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271" r:id="rId2"/>
    <p:sldId id="272" r:id="rId3"/>
    <p:sldId id="259" r:id="rId4"/>
    <p:sldId id="261" r:id="rId5"/>
    <p:sldId id="262" r:id="rId6"/>
    <p:sldId id="263" r:id="rId7"/>
    <p:sldId id="264" r:id="rId8"/>
    <p:sldId id="265" r:id="rId9"/>
    <p:sldId id="266" r:id="rId10"/>
    <p:sldId id="267" r:id="rId11"/>
    <p:sldId id="268" r:id="rId12"/>
    <p:sldId id="269" r:id="rId13"/>
    <p:sldId id="270" r:id="rId14"/>
    <p:sldId id="273" r:id="rId15"/>
    <p:sldId id="274" r:id="rId16"/>
    <p:sldId id="275" r:id="rId17"/>
    <p:sldId id="276" r:id="rId18"/>
    <p:sldId id="26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F3C33D-56F5-40FF-805A-8E77B5BCEA4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345B701E-E466-4428-8BFB-F170F5D12B4F}">
      <dgm:prSet phldrT="[Text]"/>
      <dgm:spPr/>
      <dgm:t>
        <a:bodyPr/>
        <a:lstStyle/>
        <a:p>
          <a:r>
            <a:rPr lang="en-US" dirty="0" smtClean="0"/>
            <a:t>Problem</a:t>
          </a:r>
          <a:endParaRPr lang="en-US" dirty="0"/>
        </a:p>
      </dgm:t>
    </dgm:pt>
    <dgm:pt modelId="{EDC46691-B89E-4AD6-A5E0-FAAFBAF3392A}" type="parTrans" cxnId="{6935656D-1AE6-456D-A50D-29B008E3FBCE}">
      <dgm:prSet/>
      <dgm:spPr/>
      <dgm:t>
        <a:bodyPr/>
        <a:lstStyle/>
        <a:p>
          <a:endParaRPr lang="en-US"/>
        </a:p>
      </dgm:t>
    </dgm:pt>
    <dgm:pt modelId="{F251195C-87DE-4FA6-AC43-8F094C621EAA}" type="sibTrans" cxnId="{6935656D-1AE6-456D-A50D-29B008E3FBCE}">
      <dgm:prSet/>
      <dgm:spPr/>
      <dgm:t>
        <a:bodyPr/>
        <a:lstStyle/>
        <a:p>
          <a:endParaRPr lang="en-US"/>
        </a:p>
      </dgm:t>
    </dgm:pt>
    <dgm:pt modelId="{F4C15611-9376-4EC1-AC55-F36EED93B07A}">
      <dgm:prSet phldrT="[Text]"/>
      <dgm:spPr/>
      <dgm:t>
        <a:bodyPr/>
        <a:lstStyle/>
        <a:p>
          <a:r>
            <a:rPr lang="en-US" b="0" i="0" dirty="0" smtClean="0"/>
            <a:t>Globally, nearly one billion people experience mental health disorders (</a:t>
          </a:r>
          <a:r>
            <a:rPr lang="en-US" dirty="0" smtClean="0"/>
            <a:t>World Health Organization, 2025).</a:t>
          </a:r>
          <a:endParaRPr lang="en-US" dirty="0"/>
        </a:p>
      </dgm:t>
    </dgm:pt>
    <dgm:pt modelId="{16D81E13-23BA-4F20-9F26-CE4FAAB58150}" type="parTrans" cxnId="{2CB9DF02-E6AE-4EAA-8481-097423700C78}">
      <dgm:prSet/>
      <dgm:spPr/>
      <dgm:t>
        <a:bodyPr/>
        <a:lstStyle/>
        <a:p>
          <a:endParaRPr lang="en-US"/>
        </a:p>
      </dgm:t>
    </dgm:pt>
    <dgm:pt modelId="{F6B019A6-3C9C-4771-BD0E-DDC666E52358}" type="sibTrans" cxnId="{2CB9DF02-E6AE-4EAA-8481-097423700C78}">
      <dgm:prSet/>
      <dgm:spPr/>
      <dgm:t>
        <a:bodyPr/>
        <a:lstStyle/>
        <a:p>
          <a:endParaRPr lang="en-US"/>
        </a:p>
      </dgm:t>
    </dgm:pt>
    <dgm:pt modelId="{DB249D48-F693-4B9D-AB68-4C38F4A26DC8}">
      <dgm:prSet phldrT="[Text]"/>
      <dgm:spPr/>
      <dgm:t>
        <a:bodyPr/>
        <a:lstStyle/>
        <a:p>
          <a:r>
            <a:rPr lang="en-US" dirty="0" smtClean="0"/>
            <a:t>Magnitude of the Problem</a:t>
          </a:r>
          <a:endParaRPr lang="en-US" dirty="0"/>
        </a:p>
      </dgm:t>
    </dgm:pt>
    <dgm:pt modelId="{041CB2F5-3AA6-41B7-991B-8D4DBBEF0EB8}" type="parTrans" cxnId="{C84FCD03-263E-4CC6-A78F-CAC3D992C1F4}">
      <dgm:prSet/>
      <dgm:spPr/>
      <dgm:t>
        <a:bodyPr/>
        <a:lstStyle/>
        <a:p>
          <a:endParaRPr lang="en-US"/>
        </a:p>
      </dgm:t>
    </dgm:pt>
    <dgm:pt modelId="{58ABF70E-D36C-4B27-9247-0B5E004F8BB6}" type="sibTrans" cxnId="{C84FCD03-263E-4CC6-A78F-CAC3D992C1F4}">
      <dgm:prSet/>
      <dgm:spPr/>
      <dgm:t>
        <a:bodyPr/>
        <a:lstStyle/>
        <a:p>
          <a:endParaRPr lang="en-US"/>
        </a:p>
      </dgm:t>
    </dgm:pt>
    <dgm:pt modelId="{88E80CD0-73E9-436A-A5AD-77DF1452D0CA}">
      <dgm:prSet phldrT="[Text]"/>
      <dgm:spPr/>
      <dgm:t>
        <a:bodyPr/>
        <a:lstStyle/>
        <a:p>
          <a:r>
            <a:rPr lang="en-US" dirty="0" smtClean="0"/>
            <a:t>Population affected</a:t>
          </a:r>
        </a:p>
        <a:p>
          <a:endParaRPr lang="en-US" dirty="0"/>
        </a:p>
      </dgm:t>
    </dgm:pt>
    <dgm:pt modelId="{46C0AE8B-0EFC-4EAA-8BB9-257F8DC7FF8A}" type="parTrans" cxnId="{B517D435-4101-402D-8254-A48A5736CBFC}">
      <dgm:prSet/>
      <dgm:spPr/>
      <dgm:t>
        <a:bodyPr/>
        <a:lstStyle/>
        <a:p>
          <a:endParaRPr lang="en-US"/>
        </a:p>
      </dgm:t>
    </dgm:pt>
    <dgm:pt modelId="{E8E250D0-191C-4DE8-B21B-ADDCBA15DF56}" type="sibTrans" cxnId="{B517D435-4101-402D-8254-A48A5736CBFC}">
      <dgm:prSet/>
      <dgm:spPr/>
      <dgm:t>
        <a:bodyPr/>
        <a:lstStyle/>
        <a:p>
          <a:endParaRPr lang="en-US"/>
        </a:p>
      </dgm:t>
    </dgm:pt>
    <dgm:pt modelId="{556CF8C8-2D43-47BA-BB95-FEE2864A4A8A}">
      <dgm:prSet phldrT="[Text]"/>
      <dgm:spPr/>
      <dgm:t>
        <a:bodyPr/>
        <a:lstStyle/>
        <a:p>
          <a:r>
            <a:rPr lang="en-US" dirty="0" smtClean="0"/>
            <a:t>Suicide ranks among the leading causes of death for young people worldwide </a:t>
          </a:r>
          <a:r>
            <a:rPr lang="en-US" b="0" i="0" dirty="0" smtClean="0"/>
            <a:t>(</a:t>
          </a:r>
          <a:r>
            <a:rPr lang="en-US" dirty="0" smtClean="0"/>
            <a:t>World Health Organization, 2025).</a:t>
          </a:r>
          <a:endParaRPr lang="en-US" dirty="0"/>
        </a:p>
      </dgm:t>
    </dgm:pt>
    <dgm:pt modelId="{9E9CDCBA-9CA1-41D7-BBE5-EC595124DA85}" type="parTrans" cxnId="{D25D498E-08BC-46D0-9064-73A520177F6F}">
      <dgm:prSet/>
      <dgm:spPr/>
      <dgm:t>
        <a:bodyPr/>
        <a:lstStyle/>
        <a:p>
          <a:endParaRPr lang="en-US"/>
        </a:p>
      </dgm:t>
    </dgm:pt>
    <dgm:pt modelId="{FAC60685-39DF-46F7-B036-BC0607B50599}" type="sibTrans" cxnId="{D25D498E-08BC-46D0-9064-73A520177F6F}">
      <dgm:prSet/>
      <dgm:spPr/>
      <dgm:t>
        <a:bodyPr/>
        <a:lstStyle/>
        <a:p>
          <a:endParaRPr lang="en-US"/>
        </a:p>
      </dgm:t>
    </dgm:pt>
    <dgm:pt modelId="{FDEA427F-BAEF-4672-BE10-BA6F7C11D6BD}">
      <dgm:prSet phldrT="[Text]"/>
      <dgm:spPr/>
      <dgm:t>
        <a:bodyPr/>
        <a:lstStyle/>
        <a:p>
          <a:r>
            <a:rPr lang="en-US" dirty="0" smtClean="0"/>
            <a:t>In 2021, approximately 727,000 lives were lost to suicide globally </a:t>
          </a:r>
          <a:r>
            <a:rPr lang="en-US" b="0" i="0" dirty="0" smtClean="0"/>
            <a:t>(</a:t>
          </a:r>
          <a:r>
            <a:rPr lang="en-US" dirty="0" smtClean="0"/>
            <a:t>World Health Organization, 2025).</a:t>
          </a:r>
          <a:endParaRPr lang="en-US" dirty="0"/>
        </a:p>
      </dgm:t>
    </dgm:pt>
    <dgm:pt modelId="{86578B3E-DD52-4C86-A943-9380F8AB0EB6}" type="sibTrans" cxnId="{C3042154-6EA2-4194-956E-F10F788F6776}">
      <dgm:prSet/>
      <dgm:spPr/>
      <dgm:t>
        <a:bodyPr/>
        <a:lstStyle/>
        <a:p>
          <a:endParaRPr lang="en-US"/>
        </a:p>
      </dgm:t>
    </dgm:pt>
    <dgm:pt modelId="{25026058-3AC7-4C49-BD04-938772C0C0D1}" type="parTrans" cxnId="{C3042154-6EA2-4194-956E-F10F788F6776}">
      <dgm:prSet/>
      <dgm:spPr/>
      <dgm:t>
        <a:bodyPr/>
        <a:lstStyle/>
        <a:p>
          <a:endParaRPr lang="en-US"/>
        </a:p>
      </dgm:t>
    </dgm:pt>
    <dgm:pt modelId="{293F08BD-8933-474D-BAD2-0EC8CDFB0B88}" type="pres">
      <dgm:prSet presAssocID="{67F3C33D-56F5-40FF-805A-8E77B5BCEA47}" presName="linearFlow" presStyleCnt="0">
        <dgm:presLayoutVars>
          <dgm:dir/>
          <dgm:animLvl val="lvl"/>
          <dgm:resizeHandles val="exact"/>
        </dgm:presLayoutVars>
      </dgm:prSet>
      <dgm:spPr/>
      <dgm:t>
        <a:bodyPr/>
        <a:lstStyle/>
        <a:p>
          <a:endParaRPr lang="en-US"/>
        </a:p>
      </dgm:t>
    </dgm:pt>
    <dgm:pt modelId="{B161AF80-3716-46C9-91F5-93B44E44E5A8}" type="pres">
      <dgm:prSet presAssocID="{345B701E-E466-4428-8BFB-F170F5D12B4F}" presName="composite" presStyleCnt="0"/>
      <dgm:spPr/>
    </dgm:pt>
    <dgm:pt modelId="{06817136-EDA2-4760-AFD1-BA98E87D2222}" type="pres">
      <dgm:prSet presAssocID="{345B701E-E466-4428-8BFB-F170F5D12B4F}" presName="parentText" presStyleLbl="alignNode1" presStyleIdx="0" presStyleCnt="3">
        <dgm:presLayoutVars>
          <dgm:chMax val="1"/>
          <dgm:bulletEnabled val="1"/>
        </dgm:presLayoutVars>
      </dgm:prSet>
      <dgm:spPr/>
      <dgm:t>
        <a:bodyPr/>
        <a:lstStyle/>
        <a:p>
          <a:endParaRPr lang="en-US"/>
        </a:p>
      </dgm:t>
    </dgm:pt>
    <dgm:pt modelId="{8E0F1099-C983-47E6-85F2-9179222BF2B8}" type="pres">
      <dgm:prSet presAssocID="{345B701E-E466-4428-8BFB-F170F5D12B4F}" presName="descendantText" presStyleLbl="alignAcc1" presStyleIdx="0" presStyleCnt="3">
        <dgm:presLayoutVars>
          <dgm:bulletEnabled val="1"/>
        </dgm:presLayoutVars>
      </dgm:prSet>
      <dgm:spPr/>
      <dgm:t>
        <a:bodyPr/>
        <a:lstStyle/>
        <a:p>
          <a:endParaRPr lang="en-US"/>
        </a:p>
      </dgm:t>
    </dgm:pt>
    <dgm:pt modelId="{7DB2D0E0-5AE0-46BD-ADE2-9C1F2173AF7D}" type="pres">
      <dgm:prSet presAssocID="{F251195C-87DE-4FA6-AC43-8F094C621EAA}" presName="sp" presStyleCnt="0"/>
      <dgm:spPr/>
    </dgm:pt>
    <dgm:pt modelId="{EB66E747-22FE-4931-A162-7058A22EA044}" type="pres">
      <dgm:prSet presAssocID="{DB249D48-F693-4B9D-AB68-4C38F4A26DC8}" presName="composite" presStyleCnt="0"/>
      <dgm:spPr/>
    </dgm:pt>
    <dgm:pt modelId="{6F9F9597-34BA-4BF0-95A7-9A64A44D56CF}" type="pres">
      <dgm:prSet presAssocID="{DB249D48-F693-4B9D-AB68-4C38F4A26DC8}" presName="parentText" presStyleLbl="alignNode1" presStyleIdx="1" presStyleCnt="3">
        <dgm:presLayoutVars>
          <dgm:chMax val="1"/>
          <dgm:bulletEnabled val="1"/>
        </dgm:presLayoutVars>
      </dgm:prSet>
      <dgm:spPr/>
      <dgm:t>
        <a:bodyPr/>
        <a:lstStyle/>
        <a:p>
          <a:endParaRPr lang="en-US"/>
        </a:p>
      </dgm:t>
    </dgm:pt>
    <dgm:pt modelId="{33080156-12DE-4D29-B0C3-D9C0AF0E9AD1}" type="pres">
      <dgm:prSet presAssocID="{DB249D48-F693-4B9D-AB68-4C38F4A26DC8}" presName="descendantText" presStyleLbl="alignAcc1" presStyleIdx="1" presStyleCnt="3">
        <dgm:presLayoutVars>
          <dgm:bulletEnabled val="1"/>
        </dgm:presLayoutVars>
      </dgm:prSet>
      <dgm:spPr/>
      <dgm:t>
        <a:bodyPr/>
        <a:lstStyle/>
        <a:p>
          <a:endParaRPr lang="en-US"/>
        </a:p>
      </dgm:t>
    </dgm:pt>
    <dgm:pt modelId="{13232556-CB28-4A77-AF19-4A1017507E63}" type="pres">
      <dgm:prSet presAssocID="{58ABF70E-D36C-4B27-9247-0B5E004F8BB6}" presName="sp" presStyleCnt="0"/>
      <dgm:spPr/>
    </dgm:pt>
    <dgm:pt modelId="{31279386-F818-4B33-9506-66B9E338926A}" type="pres">
      <dgm:prSet presAssocID="{88E80CD0-73E9-436A-A5AD-77DF1452D0CA}" presName="composite" presStyleCnt="0"/>
      <dgm:spPr/>
    </dgm:pt>
    <dgm:pt modelId="{E132AFCD-424E-4835-B246-9123C73ACA2C}" type="pres">
      <dgm:prSet presAssocID="{88E80CD0-73E9-436A-A5AD-77DF1452D0CA}" presName="parentText" presStyleLbl="alignNode1" presStyleIdx="2" presStyleCnt="3">
        <dgm:presLayoutVars>
          <dgm:chMax val="1"/>
          <dgm:bulletEnabled val="1"/>
        </dgm:presLayoutVars>
      </dgm:prSet>
      <dgm:spPr/>
      <dgm:t>
        <a:bodyPr/>
        <a:lstStyle/>
        <a:p>
          <a:endParaRPr lang="en-US"/>
        </a:p>
      </dgm:t>
    </dgm:pt>
    <dgm:pt modelId="{BE700017-72CD-4D30-8904-514001BC5696}" type="pres">
      <dgm:prSet presAssocID="{88E80CD0-73E9-436A-A5AD-77DF1452D0CA}" presName="descendantText" presStyleLbl="alignAcc1" presStyleIdx="2" presStyleCnt="3">
        <dgm:presLayoutVars>
          <dgm:bulletEnabled val="1"/>
        </dgm:presLayoutVars>
      </dgm:prSet>
      <dgm:spPr/>
      <dgm:t>
        <a:bodyPr/>
        <a:lstStyle/>
        <a:p>
          <a:endParaRPr lang="en-US"/>
        </a:p>
      </dgm:t>
    </dgm:pt>
  </dgm:ptLst>
  <dgm:cxnLst>
    <dgm:cxn modelId="{84589DA3-2193-4464-AB77-CCDAFAFAEC93}" type="presOf" srcId="{FDEA427F-BAEF-4672-BE10-BA6F7C11D6BD}" destId="{33080156-12DE-4D29-B0C3-D9C0AF0E9AD1}" srcOrd="0" destOrd="0" presId="urn:microsoft.com/office/officeart/2005/8/layout/chevron2"/>
    <dgm:cxn modelId="{6935656D-1AE6-456D-A50D-29B008E3FBCE}" srcId="{67F3C33D-56F5-40FF-805A-8E77B5BCEA47}" destId="{345B701E-E466-4428-8BFB-F170F5D12B4F}" srcOrd="0" destOrd="0" parTransId="{EDC46691-B89E-4AD6-A5E0-FAAFBAF3392A}" sibTransId="{F251195C-87DE-4FA6-AC43-8F094C621EAA}"/>
    <dgm:cxn modelId="{7E1F8CC0-7107-415B-B0B1-634A6252CF9E}" type="presOf" srcId="{345B701E-E466-4428-8BFB-F170F5D12B4F}" destId="{06817136-EDA2-4760-AFD1-BA98E87D2222}" srcOrd="0" destOrd="0" presId="urn:microsoft.com/office/officeart/2005/8/layout/chevron2"/>
    <dgm:cxn modelId="{D25D498E-08BC-46D0-9064-73A520177F6F}" srcId="{88E80CD0-73E9-436A-A5AD-77DF1452D0CA}" destId="{556CF8C8-2D43-47BA-BB95-FEE2864A4A8A}" srcOrd="0" destOrd="0" parTransId="{9E9CDCBA-9CA1-41D7-BBE5-EC595124DA85}" sibTransId="{FAC60685-39DF-46F7-B036-BC0607B50599}"/>
    <dgm:cxn modelId="{C3042154-6EA2-4194-956E-F10F788F6776}" srcId="{DB249D48-F693-4B9D-AB68-4C38F4A26DC8}" destId="{FDEA427F-BAEF-4672-BE10-BA6F7C11D6BD}" srcOrd="0" destOrd="0" parTransId="{25026058-3AC7-4C49-BD04-938772C0C0D1}" sibTransId="{86578B3E-DD52-4C86-A943-9380F8AB0EB6}"/>
    <dgm:cxn modelId="{C65F4DDB-A1D0-4692-A9DE-BBF27FD54901}" type="presOf" srcId="{556CF8C8-2D43-47BA-BB95-FEE2864A4A8A}" destId="{BE700017-72CD-4D30-8904-514001BC5696}" srcOrd="0" destOrd="0" presId="urn:microsoft.com/office/officeart/2005/8/layout/chevron2"/>
    <dgm:cxn modelId="{16710D22-A022-48CB-86F4-140EA0734324}" type="presOf" srcId="{F4C15611-9376-4EC1-AC55-F36EED93B07A}" destId="{8E0F1099-C983-47E6-85F2-9179222BF2B8}" srcOrd="0" destOrd="0" presId="urn:microsoft.com/office/officeart/2005/8/layout/chevron2"/>
    <dgm:cxn modelId="{C84FCD03-263E-4CC6-A78F-CAC3D992C1F4}" srcId="{67F3C33D-56F5-40FF-805A-8E77B5BCEA47}" destId="{DB249D48-F693-4B9D-AB68-4C38F4A26DC8}" srcOrd="1" destOrd="0" parTransId="{041CB2F5-3AA6-41B7-991B-8D4DBBEF0EB8}" sibTransId="{58ABF70E-D36C-4B27-9247-0B5E004F8BB6}"/>
    <dgm:cxn modelId="{2CB9DF02-E6AE-4EAA-8481-097423700C78}" srcId="{345B701E-E466-4428-8BFB-F170F5D12B4F}" destId="{F4C15611-9376-4EC1-AC55-F36EED93B07A}" srcOrd="0" destOrd="0" parTransId="{16D81E13-23BA-4F20-9F26-CE4FAAB58150}" sibTransId="{F6B019A6-3C9C-4771-BD0E-DDC666E52358}"/>
    <dgm:cxn modelId="{5EE328D6-79B5-4D5C-8A89-89C9D3861EE9}" type="presOf" srcId="{67F3C33D-56F5-40FF-805A-8E77B5BCEA47}" destId="{293F08BD-8933-474D-BAD2-0EC8CDFB0B88}" srcOrd="0" destOrd="0" presId="urn:microsoft.com/office/officeart/2005/8/layout/chevron2"/>
    <dgm:cxn modelId="{54556A92-843C-432A-855F-34154464DE19}" type="presOf" srcId="{88E80CD0-73E9-436A-A5AD-77DF1452D0CA}" destId="{E132AFCD-424E-4835-B246-9123C73ACA2C}" srcOrd="0" destOrd="0" presId="urn:microsoft.com/office/officeart/2005/8/layout/chevron2"/>
    <dgm:cxn modelId="{FAD22642-F086-40B8-9BB7-EDA7103A8FC7}" type="presOf" srcId="{DB249D48-F693-4B9D-AB68-4C38F4A26DC8}" destId="{6F9F9597-34BA-4BF0-95A7-9A64A44D56CF}" srcOrd="0" destOrd="0" presId="urn:microsoft.com/office/officeart/2005/8/layout/chevron2"/>
    <dgm:cxn modelId="{B517D435-4101-402D-8254-A48A5736CBFC}" srcId="{67F3C33D-56F5-40FF-805A-8E77B5BCEA47}" destId="{88E80CD0-73E9-436A-A5AD-77DF1452D0CA}" srcOrd="2" destOrd="0" parTransId="{46C0AE8B-0EFC-4EAA-8BB9-257F8DC7FF8A}" sibTransId="{E8E250D0-191C-4DE8-B21B-ADDCBA15DF56}"/>
    <dgm:cxn modelId="{E4C016BA-3986-4286-8713-CFD1FBB22F22}" type="presParOf" srcId="{293F08BD-8933-474D-BAD2-0EC8CDFB0B88}" destId="{B161AF80-3716-46C9-91F5-93B44E44E5A8}" srcOrd="0" destOrd="0" presId="urn:microsoft.com/office/officeart/2005/8/layout/chevron2"/>
    <dgm:cxn modelId="{C898F7E4-2B94-43FB-BC55-391E6E850883}" type="presParOf" srcId="{B161AF80-3716-46C9-91F5-93B44E44E5A8}" destId="{06817136-EDA2-4760-AFD1-BA98E87D2222}" srcOrd="0" destOrd="0" presId="urn:microsoft.com/office/officeart/2005/8/layout/chevron2"/>
    <dgm:cxn modelId="{86FAF472-A003-42E1-AD77-D07430AFF7BE}" type="presParOf" srcId="{B161AF80-3716-46C9-91F5-93B44E44E5A8}" destId="{8E0F1099-C983-47E6-85F2-9179222BF2B8}" srcOrd="1" destOrd="0" presId="urn:microsoft.com/office/officeart/2005/8/layout/chevron2"/>
    <dgm:cxn modelId="{A4ACDD1D-EE71-47B5-AB93-2665D234DCD1}" type="presParOf" srcId="{293F08BD-8933-474D-BAD2-0EC8CDFB0B88}" destId="{7DB2D0E0-5AE0-46BD-ADE2-9C1F2173AF7D}" srcOrd="1" destOrd="0" presId="urn:microsoft.com/office/officeart/2005/8/layout/chevron2"/>
    <dgm:cxn modelId="{5F731F4F-D7B5-43C4-9616-AAC47038E4C8}" type="presParOf" srcId="{293F08BD-8933-474D-BAD2-0EC8CDFB0B88}" destId="{EB66E747-22FE-4931-A162-7058A22EA044}" srcOrd="2" destOrd="0" presId="urn:microsoft.com/office/officeart/2005/8/layout/chevron2"/>
    <dgm:cxn modelId="{02AEFA2C-F76C-42FB-92AA-8AB002F03E97}" type="presParOf" srcId="{EB66E747-22FE-4931-A162-7058A22EA044}" destId="{6F9F9597-34BA-4BF0-95A7-9A64A44D56CF}" srcOrd="0" destOrd="0" presId="urn:microsoft.com/office/officeart/2005/8/layout/chevron2"/>
    <dgm:cxn modelId="{D789D37B-94E9-4450-82C7-F60161F0D4EE}" type="presParOf" srcId="{EB66E747-22FE-4931-A162-7058A22EA044}" destId="{33080156-12DE-4D29-B0C3-D9C0AF0E9AD1}" srcOrd="1" destOrd="0" presId="urn:microsoft.com/office/officeart/2005/8/layout/chevron2"/>
    <dgm:cxn modelId="{39FCEEFC-FE58-4822-BDF0-A2BD1B654B7C}" type="presParOf" srcId="{293F08BD-8933-474D-BAD2-0EC8CDFB0B88}" destId="{13232556-CB28-4A77-AF19-4A1017507E63}" srcOrd="3" destOrd="0" presId="urn:microsoft.com/office/officeart/2005/8/layout/chevron2"/>
    <dgm:cxn modelId="{57674C70-DCB2-4290-9AE4-6252B6081467}" type="presParOf" srcId="{293F08BD-8933-474D-BAD2-0EC8CDFB0B88}" destId="{31279386-F818-4B33-9506-66B9E338926A}" srcOrd="4" destOrd="0" presId="urn:microsoft.com/office/officeart/2005/8/layout/chevron2"/>
    <dgm:cxn modelId="{415DA64A-91F1-48D7-82BA-16D1CD7F03C8}" type="presParOf" srcId="{31279386-F818-4B33-9506-66B9E338926A}" destId="{E132AFCD-424E-4835-B246-9123C73ACA2C}" srcOrd="0" destOrd="0" presId="urn:microsoft.com/office/officeart/2005/8/layout/chevron2"/>
    <dgm:cxn modelId="{6A105398-B09A-40C4-9C5A-35A013F75D68}" type="presParOf" srcId="{31279386-F818-4B33-9506-66B9E338926A}" destId="{BE700017-72CD-4D30-8904-514001BC569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41C727-2C6E-477F-B3A2-8AAB1253E54E}"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801278C5-0114-435C-A2CA-3B921304CD61}">
      <dgm:prSet phldrT="[Text]"/>
      <dgm:spPr/>
      <dgm:t>
        <a:bodyPr/>
        <a:lstStyle/>
        <a:p>
          <a:r>
            <a:rPr lang="en-US" dirty="0" smtClean="0"/>
            <a:t>Around 1 in 7 adolescents (ages 10–19) worldwide has a mental health condition, making up 15% of disease burden in this group .</a:t>
          </a:r>
          <a:endParaRPr lang="en-US" dirty="0"/>
        </a:p>
      </dgm:t>
    </dgm:pt>
    <dgm:pt modelId="{E45E6EDD-90AD-4099-8409-919AB2054268}" type="parTrans" cxnId="{725BAC3D-D567-45C3-94E6-ACA2D7AACDA6}">
      <dgm:prSet/>
      <dgm:spPr/>
      <dgm:t>
        <a:bodyPr/>
        <a:lstStyle/>
        <a:p>
          <a:endParaRPr lang="en-US"/>
        </a:p>
      </dgm:t>
    </dgm:pt>
    <dgm:pt modelId="{4B10F75E-5FEF-401F-ADD1-A88A184A83ED}" type="sibTrans" cxnId="{725BAC3D-D567-45C3-94E6-ACA2D7AACDA6}">
      <dgm:prSet/>
      <dgm:spPr/>
      <dgm:t>
        <a:bodyPr/>
        <a:lstStyle/>
        <a:p>
          <a:endParaRPr lang="en-US"/>
        </a:p>
      </dgm:t>
    </dgm:pt>
    <dgm:pt modelId="{DDC006BF-D8C4-48F2-8FF9-6D7EF02ACDC8}">
      <dgm:prSet phldrT="[Text]"/>
      <dgm:spPr/>
      <dgm:t>
        <a:bodyPr/>
        <a:lstStyle/>
        <a:p>
          <a:r>
            <a:rPr lang="en-US" dirty="0" smtClean="0"/>
            <a:t>Depression, anxiety, and behavioral disorders are the main causes of illness and disability among teenagers.</a:t>
          </a:r>
          <a:endParaRPr lang="en-US" dirty="0"/>
        </a:p>
      </dgm:t>
    </dgm:pt>
    <dgm:pt modelId="{A5D08285-289A-4E2C-88D6-6144D8FC4FFF}" type="parTrans" cxnId="{D8507860-9B14-4F33-96B5-08612BCEB7CB}">
      <dgm:prSet/>
      <dgm:spPr/>
      <dgm:t>
        <a:bodyPr/>
        <a:lstStyle/>
        <a:p>
          <a:endParaRPr lang="en-US"/>
        </a:p>
      </dgm:t>
    </dgm:pt>
    <dgm:pt modelId="{E74BD4DC-825C-49CB-AE5D-6A67367B61FE}" type="sibTrans" cxnId="{D8507860-9B14-4F33-96B5-08612BCEB7CB}">
      <dgm:prSet/>
      <dgm:spPr/>
      <dgm:t>
        <a:bodyPr/>
        <a:lstStyle/>
        <a:p>
          <a:endParaRPr lang="en-US"/>
        </a:p>
      </dgm:t>
    </dgm:pt>
    <dgm:pt modelId="{89ABFD0B-513E-44F0-9C30-C5C584E69CB7}">
      <dgm:prSet phldrT="[Text]"/>
      <dgm:spPr/>
      <dgm:t>
        <a:bodyPr/>
        <a:lstStyle/>
        <a:p>
          <a:r>
            <a:rPr lang="en-US" dirty="0" smtClean="0"/>
            <a:t>Suicide is the third leading cause of death for young people aged 15–29.</a:t>
          </a:r>
          <a:endParaRPr lang="en-US" dirty="0"/>
        </a:p>
      </dgm:t>
    </dgm:pt>
    <dgm:pt modelId="{CA5CD427-6122-4653-AA19-667F834ED3A8}" type="parTrans" cxnId="{A9FB6FB6-BA99-4B64-913B-04DF8DF8F0CF}">
      <dgm:prSet/>
      <dgm:spPr/>
      <dgm:t>
        <a:bodyPr/>
        <a:lstStyle/>
        <a:p>
          <a:endParaRPr lang="en-US"/>
        </a:p>
      </dgm:t>
    </dgm:pt>
    <dgm:pt modelId="{93AD0D3D-2C05-425F-AFE3-BE41F0DCE31F}" type="sibTrans" cxnId="{A9FB6FB6-BA99-4B64-913B-04DF8DF8F0CF}">
      <dgm:prSet/>
      <dgm:spPr/>
      <dgm:t>
        <a:bodyPr/>
        <a:lstStyle/>
        <a:p>
          <a:endParaRPr lang="en-US"/>
        </a:p>
      </dgm:t>
    </dgm:pt>
    <dgm:pt modelId="{728DC176-78EA-41E4-8A63-22E30BDA86BD}" type="pres">
      <dgm:prSet presAssocID="{D941C727-2C6E-477F-B3A2-8AAB1253E54E}" presName="Name0" presStyleCnt="0">
        <dgm:presLayoutVars>
          <dgm:dir/>
          <dgm:resizeHandles val="exact"/>
        </dgm:presLayoutVars>
      </dgm:prSet>
      <dgm:spPr/>
      <dgm:t>
        <a:bodyPr/>
        <a:lstStyle/>
        <a:p>
          <a:endParaRPr lang="en-US"/>
        </a:p>
      </dgm:t>
    </dgm:pt>
    <dgm:pt modelId="{F9D71C10-AA55-4EE7-8BC7-1D5B10AE83B0}" type="pres">
      <dgm:prSet presAssocID="{801278C5-0114-435C-A2CA-3B921304CD61}" presName="node" presStyleLbl="node1" presStyleIdx="0" presStyleCnt="3">
        <dgm:presLayoutVars>
          <dgm:bulletEnabled val="1"/>
        </dgm:presLayoutVars>
      </dgm:prSet>
      <dgm:spPr/>
      <dgm:t>
        <a:bodyPr/>
        <a:lstStyle/>
        <a:p>
          <a:endParaRPr lang="en-US"/>
        </a:p>
      </dgm:t>
    </dgm:pt>
    <dgm:pt modelId="{DEE2BF7E-4BC6-435C-9A0A-C344EC9BB957}" type="pres">
      <dgm:prSet presAssocID="{4B10F75E-5FEF-401F-ADD1-A88A184A83ED}" presName="sibTrans" presStyleCnt="0"/>
      <dgm:spPr/>
    </dgm:pt>
    <dgm:pt modelId="{BE290985-7315-416B-92FE-6AAB10946C04}" type="pres">
      <dgm:prSet presAssocID="{DDC006BF-D8C4-48F2-8FF9-6D7EF02ACDC8}" presName="node" presStyleLbl="node1" presStyleIdx="1" presStyleCnt="3">
        <dgm:presLayoutVars>
          <dgm:bulletEnabled val="1"/>
        </dgm:presLayoutVars>
      </dgm:prSet>
      <dgm:spPr/>
      <dgm:t>
        <a:bodyPr/>
        <a:lstStyle/>
        <a:p>
          <a:endParaRPr lang="en-US"/>
        </a:p>
      </dgm:t>
    </dgm:pt>
    <dgm:pt modelId="{A8DCC8B7-CC81-4A1E-B1AB-D95BE6F20E9C}" type="pres">
      <dgm:prSet presAssocID="{E74BD4DC-825C-49CB-AE5D-6A67367B61FE}" presName="sibTrans" presStyleCnt="0"/>
      <dgm:spPr/>
    </dgm:pt>
    <dgm:pt modelId="{EB0523FA-4802-4BE7-A3E2-A9401921A7A9}" type="pres">
      <dgm:prSet presAssocID="{89ABFD0B-513E-44F0-9C30-C5C584E69CB7}" presName="node" presStyleLbl="node1" presStyleIdx="2" presStyleCnt="3">
        <dgm:presLayoutVars>
          <dgm:bulletEnabled val="1"/>
        </dgm:presLayoutVars>
      </dgm:prSet>
      <dgm:spPr/>
      <dgm:t>
        <a:bodyPr/>
        <a:lstStyle/>
        <a:p>
          <a:endParaRPr lang="en-US"/>
        </a:p>
      </dgm:t>
    </dgm:pt>
  </dgm:ptLst>
  <dgm:cxnLst>
    <dgm:cxn modelId="{D8507860-9B14-4F33-96B5-08612BCEB7CB}" srcId="{D941C727-2C6E-477F-B3A2-8AAB1253E54E}" destId="{DDC006BF-D8C4-48F2-8FF9-6D7EF02ACDC8}" srcOrd="1" destOrd="0" parTransId="{A5D08285-289A-4E2C-88D6-6144D8FC4FFF}" sibTransId="{E74BD4DC-825C-49CB-AE5D-6A67367B61FE}"/>
    <dgm:cxn modelId="{039642DA-0487-442A-B89E-1CF07EF379B3}" type="presOf" srcId="{89ABFD0B-513E-44F0-9C30-C5C584E69CB7}" destId="{EB0523FA-4802-4BE7-A3E2-A9401921A7A9}" srcOrd="0" destOrd="0" presId="urn:microsoft.com/office/officeart/2005/8/layout/hList6"/>
    <dgm:cxn modelId="{A9FB6FB6-BA99-4B64-913B-04DF8DF8F0CF}" srcId="{D941C727-2C6E-477F-B3A2-8AAB1253E54E}" destId="{89ABFD0B-513E-44F0-9C30-C5C584E69CB7}" srcOrd="2" destOrd="0" parTransId="{CA5CD427-6122-4653-AA19-667F834ED3A8}" sibTransId="{93AD0D3D-2C05-425F-AFE3-BE41F0DCE31F}"/>
    <dgm:cxn modelId="{725BAC3D-D567-45C3-94E6-ACA2D7AACDA6}" srcId="{D941C727-2C6E-477F-B3A2-8AAB1253E54E}" destId="{801278C5-0114-435C-A2CA-3B921304CD61}" srcOrd="0" destOrd="0" parTransId="{E45E6EDD-90AD-4099-8409-919AB2054268}" sibTransId="{4B10F75E-5FEF-401F-ADD1-A88A184A83ED}"/>
    <dgm:cxn modelId="{96C124EA-512D-48DA-BD59-9B9D30E7F51E}" type="presOf" srcId="{D941C727-2C6E-477F-B3A2-8AAB1253E54E}" destId="{728DC176-78EA-41E4-8A63-22E30BDA86BD}" srcOrd="0" destOrd="0" presId="urn:microsoft.com/office/officeart/2005/8/layout/hList6"/>
    <dgm:cxn modelId="{1343D28C-C1BA-4DC4-A1A5-905C84D2C464}" type="presOf" srcId="{801278C5-0114-435C-A2CA-3B921304CD61}" destId="{F9D71C10-AA55-4EE7-8BC7-1D5B10AE83B0}" srcOrd="0" destOrd="0" presId="urn:microsoft.com/office/officeart/2005/8/layout/hList6"/>
    <dgm:cxn modelId="{6BEFAD96-7355-4573-B8A0-EB4CDCD9EE6B}" type="presOf" srcId="{DDC006BF-D8C4-48F2-8FF9-6D7EF02ACDC8}" destId="{BE290985-7315-416B-92FE-6AAB10946C04}" srcOrd="0" destOrd="0" presId="urn:microsoft.com/office/officeart/2005/8/layout/hList6"/>
    <dgm:cxn modelId="{66B47744-514A-4131-B404-CAD8AF49BF75}" type="presParOf" srcId="{728DC176-78EA-41E4-8A63-22E30BDA86BD}" destId="{F9D71C10-AA55-4EE7-8BC7-1D5B10AE83B0}" srcOrd="0" destOrd="0" presId="urn:microsoft.com/office/officeart/2005/8/layout/hList6"/>
    <dgm:cxn modelId="{18B983F0-82C2-4B2E-8BC9-89009C9CDD8C}" type="presParOf" srcId="{728DC176-78EA-41E4-8A63-22E30BDA86BD}" destId="{DEE2BF7E-4BC6-435C-9A0A-C344EC9BB957}" srcOrd="1" destOrd="0" presId="urn:microsoft.com/office/officeart/2005/8/layout/hList6"/>
    <dgm:cxn modelId="{F2AD7C76-A9A3-483B-BD22-167C8BBA4140}" type="presParOf" srcId="{728DC176-78EA-41E4-8A63-22E30BDA86BD}" destId="{BE290985-7315-416B-92FE-6AAB10946C04}" srcOrd="2" destOrd="0" presId="urn:microsoft.com/office/officeart/2005/8/layout/hList6"/>
    <dgm:cxn modelId="{1C68AE70-A520-4EDC-8C92-1549D27AA284}" type="presParOf" srcId="{728DC176-78EA-41E4-8A63-22E30BDA86BD}" destId="{A8DCC8B7-CC81-4A1E-B1AB-D95BE6F20E9C}" srcOrd="3" destOrd="0" presId="urn:microsoft.com/office/officeart/2005/8/layout/hList6"/>
    <dgm:cxn modelId="{34CD00CD-FF57-4C63-B046-C68DE2CF8D96}" type="presParOf" srcId="{728DC176-78EA-41E4-8A63-22E30BDA86BD}" destId="{EB0523FA-4802-4BE7-A3E2-A9401921A7A9}"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E41DB2-EF72-4E5B-9647-C834BC7D9596}"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4611B835-B72D-4E45-B546-C3A5D649B8F1}">
      <dgm:prSet phldrT="[Text]"/>
      <dgm:spPr/>
      <dgm:t>
        <a:bodyPr/>
        <a:lstStyle/>
        <a:p>
          <a:r>
            <a:rPr lang="en-US" dirty="0" smtClean="0"/>
            <a:t>Adolescence is a critical period for the onset of mental health issues.</a:t>
          </a:r>
          <a:endParaRPr lang="en-US" dirty="0"/>
        </a:p>
      </dgm:t>
    </dgm:pt>
    <dgm:pt modelId="{BD6FE6D4-BC81-4176-8DAA-B73B3778C38F}" type="parTrans" cxnId="{E80C2B01-B2CD-48F5-83AA-594EB69C518E}">
      <dgm:prSet/>
      <dgm:spPr/>
      <dgm:t>
        <a:bodyPr/>
        <a:lstStyle/>
        <a:p>
          <a:endParaRPr lang="en-US"/>
        </a:p>
      </dgm:t>
    </dgm:pt>
    <dgm:pt modelId="{7C554E60-246E-4264-985D-9504ADE34D92}" type="sibTrans" cxnId="{E80C2B01-B2CD-48F5-83AA-594EB69C518E}">
      <dgm:prSet/>
      <dgm:spPr/>
      <dgm:t>
        <a:bodyPr/>
        <a:lstStyle/>
        <a:p>
          <a:endParaRPr lang="en-US"/>
        </a:p>
      </dgm:t>
    </dgm:pt>
    <dgm:pt modelId="{3C684B8F-A5FE-4EE8-8EBC-607AFDFFA375}">
      <dgm:prSet phldrT="[Text]"/>
      <dgm:spPr/>
      <dgm:t>
        <a:bodyPr/>
        <a:lstStyle/>
        <a:p>
          <a:r>
            <a:rPr lang="en-US" dirty="0" smtClean="0"/>
            <a:t>High dropout rates and limited support from parents, schools, stigma, cultural issues, financial situation and society worsen the problem.</a:t>
          </a:r>
          <a:endParaRPr lang="en-US" dirty="0"/>
        </a:p>
      </dgm:t>
    </dgm:pt>
    <dgm:pt modelId="{B5E0879F-AEF8-4EC1-B1D9-BED97B530800}" type="parTrans" cxnId="{A38D1E08-3965-4CF8-8720-25325DE8E400}">
      <dgm:prSet/>
      <dgm:spPr/>
      <dgm:t>
        <a:bodyPr/>
        <a:lstStyle/>
        <a:p>
          <a:endParaRPr lang="en-US"/>
        </a:p>
      </dgm:t>
    </dgm:pt>
    <dgm:pt modelId="{750562CE-B953-4AF1-96F6-C3F65979A883}" type="sibTrans" cxnId="{A38D1E08-3965-4CF8-8720-25325DE8E400}">
      <dgm:prSet/>
      <dgm:spPr/>
      <dgm:t>
        <a:bodyPr/>
        <a:lstStyle/>
        <a:p>
          <a:endParaRPr lang="en-US"/>
        </a:p>
      </dgm:t>
    </dgm:pt>
    <dgm:pt modelId="{C4146F90-3768-4A82-A51C-0E079B9756BE}">
      <dgm:prSet phldrT="[Text]"/>
      <dgm:spPr/>
      <dgm:t>
        <a:bodyPr/>
        <a:lstStyle/>
        <a:p>
          <a:r>
            <a:rPr lang="en-US" dirty="0" smtClean="0"/>
            <a:t>Traditional counseling methods are often inaccessible due to cost, stigma, and lack of awareness.</a:t>
          </a:r>
          <a:endParaRPr lang="en-US" dirty="0"/>
        </a:p>
      </dgm:t>
    </dgm:pt>
    <dgm:pt modelId="{80F45E4C-7114-4CB4-89F7-F440315284F2}" type="parTrans" cxnId="{8D8523D8-2D2D-4399-972E-0A62169E53B9}">
      <dgm:prSet/>
      <dgm:spPr/>
      <dgm:t>
        <a:bodyPr/>
        <a:lstStyle/>
        <a:p>
          <a:endParaRPr lang="en-US"/>
        </a:p>
      </dgm:t>
    </dgm:pt>
    <dgm:pt modelId="{1AD79302-0423-4A62-A598-1FC18E37B19B}" type="sibTrans" cxnId="{8D8523D8-2D2D-4399-972E-0A62169E53B9}">
      <dgm:prSet/>
      <dgm:spPr/>
      <dgm:t>
        <a:bodyPr/>
        <a:lstStyle/>
        <a:p>
          <a:endParaRPr lang="en-US"/>
        </a:p>
      </dgm:t>
    </dgm:pt>
    <dgm:pt modelId="{6FE5F95B-B10B-4DEA-AA9E-2986BE5F1C5F}" type="pres">
      <dgm:prSet presAssocID="{30E41DB2-EF72-4E5B-9647-C834BC7D9596}" presName="Name0" presStyleCnt="0">
        <dgm:presLayoutVars>
          <dgm:chMax val="7"/>
          <dgm:chPref val="7"/>
          <dgm:dir/>
        </dgm:presLayoutVars>
      </dgm:prSet>
      <dgm:spPr/>
      <dgm:t>
        <a:bodyPr/>
        <a:lstStyle/>
        <a:p>
          <a:endParaRPr lang="en-US"/>
        </a:p>
      </dgm:t>
    </dgm:pt>
    <dgm:pt modelId="{4FC9AD8C-8FC9-4537-AE91-D58549FDC89B}" type="pres">
      <dgm:prSet presAssocID="{30E41DB2-EF72-4E5B-9647-C834BC7D9596}" presName="Name1" presStyleCnt="0"/>
      <dgm:spPr/>
    </dgm:pt>
    <dgm:pt modelId="{D2F7384B-0EBC-4D3D-9255-D6ADAA2B6816}" type="pres">
      <dgm:prSet presAssocID="{30E41DB2-EF72-4E5B-9647-C834BC7D9596}" presName="cycle" presStyleCnt="0"/>
      <dgm:spPr/>
    </dgm:pt>
    <dgm:pt modelId="{F7A2520E-7CA9-4006-85F1-F0CE3B6507D0}" type="pres">
      <dgm:prSet presAssocID="{30E41DB2-EF72-4E5B-9647-C834BC7D9596}" presName="srcNode" presStyleLbl="node1" presStyleIdx="0" presStyleCnt="3"/>
      <dgm:spPr/>
    </dgm:pt>
    <dgm:pt modelId="{D5BE87B4-1316-4BD5-A9AA-E6C1016F6B4C}" type="pres">
      <dgm:prSet presAssocID="{30E41DB2-EF72-4E5B-9647-C834BC7D9596}" presName="conn" presStyleLbl="parChTrans1D2" presStyleIdx="0" presStyleCnt="1"/>
      <dgm:spPr/>
      <dgm:t>
        <a:bodyPr/>
        <a:lstStyle/>
        <a:p>
          <a:endParaRPr lang="en-US"/>
        </a:p>
      </dgm:t>
    </dgm:pt>
    <dgm:pt modelId="{CE16767E-4AE1-4330-9C08-410522C2F56D}" type="pres">
      <dgm:prSet presAssocID="{30E41DB2-EF72-4E5B-9647-C834BC7D9596}" presName="extraNode" presStyleLbl="node1" presStyleIdx="0" presStyleCnt="3"/>
      <dgm:spPr/>
    </dgm:pt>
    <dgm:pt modelId="{6C98E5A6-6E03-4888-AD77-C1B79772F0C3}" type="pres">
      <dgm:prSet presAssocID="{30E41DB2-EF72-4E5B-9647-C834BC7D9596}" presName="dstNode" presStyleLbl="node1" presStyleIdx="0" presStyleCnt="3"/>
      <dgm:spPr/>
    </dgm:pt>
    <dgm:pt modelId="{5FD44E71-593D-4535-BF9D-96304C51C872}" type="pres">
      <dgm:prSet presAssocID="{4611B835-B72D-4E45-B546-C3A5D649B8F1}" presName="text_1" presStyleLbl="node1" presStyleIdx="0" presStyleCnt="3">
        <dgm:presLayoutVars>
          <dgm:bulletEnabled val="1"/>
        </dgm:presLayoutVars>
      </dgm:prSet>
      <dgm:spPr/>
      <dgm:t>
        <a:bodyPr/>
        <a:lstStyle/>
        <a:p>
          <a:endParaRPr lang="en-US"/>
        </a:p>
      </dgm:t>
    </dgm:pt>
    <dgm:pt modelId="{6C1F3902-7AD0-466B-BAB2-5B9716CAEDA0}" type="pres">
      <dgm:prSet presAssocID="{4611B835-B72D-4E45-B546-C3A5D649B8F1}" presName="accent_1" presStyleCnt="0"/>
      <dgm:spPr/>
    </dgm:pt>
    <dgm:pt modelId="{4DDFF7E4-DF81-4D46-AC02-475EB58D1FD8}" type="pres">
      <dgm:prSet presAssocID="{4611B835-B72D-4E45-B546-C3A5D649B8F1}" presName="accentRepeatNode" presStyleLbl="solidFgAcc1" presStyleIdx="0" presStyleCnt="3"/>
      <dgm:spPr/>
    </dgm:pt>
    <dgm:pt modelId="{F3819B0C-4B27-4F09-A848-C730AA2350EB}" type="pres">
      <dgm:prSet presAssocID="{3C684B8F-A5FE-4EE8-8EBC-607AFDFFA375}" presName="text_2" presStyleLbl="node1" presStyleIdx="1" presStyleCnt="3">
        <dgm:presLayoutVars>
          <dgm:bulletEnabled val="1"/>
        </dgm:presLayoutVars>
      </dgm:prSet>
      <dgm:spPr/>
      <dgm:t>
        <a:bodyPr/>
        <a:lstStyle/>
        <a:p>
          <a:endParaRPr lang="en-US"/>
        </a:p>
      </dgm:t>
    </dgm:pt>
    <dgm:pt modelId="{96EE5192-EE4B-47F5-AB34-F475B849D345}" type="pres">
      <dgm:prSet presAssocID="{3C684B8F-A5FE-4EE8-8EBC-607AFDFFA375}" presName="accent_2" presStyleCnt="0"/>
      <dgm:spPr/>
    </dgm:pt>
    <dgm:pt modelId="{CDC3DD14-2383-4996-8057-4F566D6CD779}" type="pres">
      <dgm:prSet presAssocID="{3C684B8F-A5FE-4EE8-8EBC-607AFDFFA375}" presName="accentRepeatNode" presStyleLbl="solidFgAcc1" presStyleIdx="1" presStyleCnt="3"/>
      <dgm:spPr/>
    </dgm:pt>
    <dgm:pt modelId="{7956C121-1397-4ACD-A5BC-911A69C91B81}" type="pres">
      <dgm:prSet presAssocID="{C4146F90-3768-4A82-A51C-0E079B9756BE}" presName="text_3" presStyleLbl="node1" presStyleIdx="2" presStyleCnt="3">
        <dgm:presLayoutVars>
          <dgm:bulletEnabled val="1"/>
        </dgm:presLayoutVars>
      </dgm:prSet>
      <dgm:spPr/>
      <dgm:t>
        <a:bodyPr/>
        <a:lstStyle/>
        <a:p>
          <a:endParaRPr lang="en-US"/>
        </a:p>
      </dgm:t>
    </dgm:pt>
    <dgm:pt modelId="{48A4A05C-614B-46BB-A86F-D7556A6212BE}" type="pres">
      <dgm:prSet presAssocID="{C4146F90-3768-4A82-A51C-0E079B9756BE}" presName="accent_3" presStyleCnt="0"/>
      <dgm:spPr/>
    </dgm:pt>
    <dgm:pt modelId="{BD5E0D8A-7D1E-4A9F-8727-EC2491C816AD}" type="pres">
      <dgm:prSet presAssocID="{C4146F90-3768-4A82-A51C-0E079B9756BE}" presName="accentRepeatNode" presStyleLbl="solidFgAcc1" presStyleIdx="2" presStyleCnt="3"/>
      <dgm:spPr/>
    </dgm:pt>
  </dgm:ptLst>
  <dgm:cxnLst>
    <dgm:cxn modelId="{A2D2CAAE-0BEB-4F5A-875B-DBE25961C6C4}" type="presOf" srcId="{4611B835-B72D-4E45-B546-C3A5D649B8F1}" destId="{5FD44E71-593D-4535-BF9D-96304C51C872}" srcOrd="0" destOrd="0" presId="urn:microsoft.com/office/officeart/2008/layout/VerticalCurvedList"/>
    <dgm:cxn modelId="{746DA4E8-0E2E-478C-A5D5-977F0A1E6528}" type="presOf" srcId="{3C684B8F-A5FE-4EE8-8EBC-607AFDFFA375}" destId="{F3819B0C-4B27-4F09-A848-C730AA2350EB}" srcOrd="0" destOrd="0" presId="urn:microsoft.com/office/officeart/2008/layout/VerticalCurvedList"/>
    <dgm:cxn modelId="{9B6FFD22-CB98-49AA-8C8D-B2A311171B30}" type="presOf" srcId="{30E41DB2-EF72-4E5B-9647-C834BC7D9596}" destId="{6FE5F95B-B10B-4DEA-AA9E-2986BE5F1C5F}" srcOrd="0" destOrd="0" presId="urn:microsoft.com/office/officeart/2008/layout/VerticalCurvedList"/>
    <dgm:cxn modelId="{8D8523D8-2D2D-4399-972E-0A62169E53B9}" srcId="{30E41DB2-EF72-4E5B-9647-C834BC7D9596}" destId="{C4146F90-3768-4A82-A51C-0E079B9756BE}" srcOrd="2" destOrd="0" parTransId="{80F45E4C-7114-4CB4-89F7-F440315284F2}" sibTransId="{1AD79302-0423-4A62-A598-1FC18E37B19B}"/>
    <dgm:cxn modelId="{A38D1E08-3965-4CF8-8720-25325DE8E400}" srcId="{30E41DB2-EF72-4E5B-9647-C834BC7D9596}" destId="{3C684B8F-A5FE-4EE8-8EBC-607AFDFFA375}" srcOrd="1" destOrd="0" parTransId="{B5E0879F-AEF8-4EC1-B1D9-BED97B530800}" sibTransId="{750562CE-B953-4AF1-96F6-C3F65979A883}"/>
    <dgm:cxn modelId="{D171D021-CAE4-429A-A3A4-2B1D45A8F03A}" type="presOf" srcId="{C4146F90-3768-4A82-A51C-0E079B9756BE}" destId="{7956C121-1397-4ACD-A5BC-911A69C91B81}" srcOrd="0" destOrd="0" presId="urn:microsoft.com/office/officeart/2008/layout/VerticalCurvedList"/>
    <dgm:cxn modelId="{D903124B-ADE0-41CE-8A64-09BA079AD97F}" type="presOf" srcId="{7C554E60-246E-4264-985D-9504ADE34D92}" destId="{D5BE87B4-1316-4BD5-A9AA-E6C1016F6B4C}" srcOrd="0" destOrd="0" presId="urn:microsoft.com/office/officeart/2008/layout/VerticalCurvedList"/>
    <dgm:cxn modelId="{E80C2B01-B2CD-48F5-83AA-594EB69C518E}" srcId="{30E41DB2-EF72-4E5B-9647-C834BC7D9596}" destId="{4611B835-B72D-4E45-B546-C3A5D649B8F1}" srcOrd="0" destOrd="0" parTransId="{BD6FE6D4-BC81-4176-8DAA-B73B3778C38F}" sibTransId="{7C554E60-246E-4264-985D-9504ADE34D92}"/>
    <dgm:cxn modelId="{F5D304F5-0152-4100-9C8E-14E77F1AC79E}" type="presParOf" srcId="{6FE5F95B-B10B-4DEA-AA9E-2986BE5F1C5F}" destId="{4FC9AD8C-8FC9-4537-AE91-D58549FDC89B}" srcOrd="0" destOrd="0" presId="urn:microsoft.com/office/officeart/2008/layout/VerticalCurvedList"/>
    <dgm:cxn modelId="{0A7B1B5A-A906-41C3-A8CF-1ED0E64ADFEA}" type="presParOf" srcId="{4FC9AD8C-8FC9-4537-AE91-D58549FDC89B}" destId="{D2F7384B-0EBC-4D3D-9255-D6ADAA2B6816}" srcOrd="0" destOrd="0" presId="urn:microsoft.com/office/officeart/2008/layout/VerticalCurvedList"/>
    <dgm:cxn modelId="{A2C24FAE-779E-4FE0-8785-9742D9E2B2A9}" type="presParOf" srcId="{D2F7384B-0EBC-4D3D-9255-D6ADAA2B6816}" destId="{F7A2520E-7CA9-4006-85F1-F0CE3B6507D0}" srcOrd="0" destOrd="0" presId="urn:microsoft.com/office/officeart/2008/layout/VerticalCurvedList"/>
    <dgm:cxn modelId="{C7719A07-7D1B-4A04-86E6-50A82703F3AC}" type="presParOf" srcId="{D2F7384B-0EBC-4D3D-9255-D6ADAA2B6816}" destId="{D5BE87B4-1316-4BD5-A9AA-E6C1016F6B4C}" srcOrd="1" destOrd="0" presId="urn:microsoft.com/office/officeart/2008/layout/VerticalCurvedList"/>
    <dgm:cxn modelId="{8169DF49-9FAF-4557-AEFC-6831469EDF84}" type="presParOf" srcId="{D2F7384B-0EBC-4D3D-9255-D6ADAA2B6816}" destId="{CE16767E-4AE1-4330-9C08-410522C2F56D}" srcOrd="2" destOrd="0" presId="urn:microsoft.com/office/officeart/2008/layout/VerticalCurvedList"/>
    <dgm:cxn modelId="{2E9C9DD1-DCCB-4F4B-966F-B523B534F599}" type="presParOf" srcId="{D2F7384B-0EBC-4D3D-9255-D6ADAA2B6816}" destId="{6C98E5A6-6E03-4888-AD77-C1B79772F0C3}" srcOrd="3" destOrd="0" presId="urn:microsoft.com/office/officeart/2008/layout/VerticalCurvedList"/>
    <dgm:cxn modelId="{0E2AC418-B2A7-4B2E-82E3-BDE26EC4A364}" type="presParOf" srcId="{4FC9AD8C-8FC9-4537-AE91-D58549FDC89B}" destId="{5FD44E71-593D-4535-BF9D-96304C51C872}" srcOrd="1" destOrd="0" presId="urn:microsoft.com/office/officeart/2008/layout/VerticalCurvedList"/>
    <dgm:cxn modelId="{0EDD320A-B1E6-4D22-832C-C2631D66A35C}" type="presParOf" srcId="{4FC9AD8C-8FC9-4537-AE91-D58549FDC89B}" destId="{6C1F3902-7AD0-466B-BAB2-5B9716CAEDA0}" srcOrd="2" destOrd="0" presId="urn:microsoft.com/office/officeart/2008/layout/VerticalCurvedList"/>
    <dgm:cxn modelId="{DBE73710-5C90-418B-B59E-01C1B6459210}" type="presParOf" srcId="{6C1F3902-7AD0-466B-BAB2-5B9716CAEDA0}" destId="{4DDFF7E4-DF81-4D46-AC02-475EB58D1FD8}" srcOrd="0" destOrd="0" presId="urn:microsoft.com/office/officeart/2008/layout/VerticalCurvedList"/>
    <dgm:cxn modelId="{6B7EE126-99C5-4A87-8DFA-73F24954D9C9}" type="presParOf" srcId="{4FC9AD8C-8FC9-4537-AE91-D58549FDC89B}" destId="{F3819B0C-4B27-4F09-A848-C730AA2350EB}" srcOrd="3" destOrd="0" presId="urn:microsoft.com/office/officeart/2008/layout/VerticalCurvedList"/>
    <dgm:cxn modelId="{2D7922BE-386E-4A3F-903F-DA4A79D66DF4}" type="presParOf" srcId="{4FC9AD8C-8FC9-4537-AE91-D58549FDC89B}" destId="{96EE5192-EE4B-47F5-AB34-F475B849D345}" srcOrd="4" destOrd="0" presId="urn:microsoft.com/office/officeart/2008/layout/VerticalCurvedList"/>
    <dgm:cxn modelId="{3CF3D9FA-D5D8-4553-9159-F7CA754F0561}" type="presParOf" srcId="{96EE5192-EE4B-47F5-AB34-F475B849D345}" destId="{CDC3DD14-2383-4996-8057-4F566D6CD779}" srcOrd="0" destOrd="0" presId="urn:microsoft.com/office/officeart/2008/layout/VerticalCurvedList"/>
    <dgm:cxn modelId="{AC9F1C05-3B68-44AE-97CE-075CFF7FC05B}" type="presParOf" srcId="{4FC9AD8C-8FC9-4537-AE91-D58549FDC89B}" destId="{7956C121-1397-4ACD-A5BC-911A69C91B81}" srcOrd="5" destOrd="0" presId="urn:microsoft.com/office/officeart/2008/layout/VerticalCurvedList"/>
    <dgm:cxn modelId="{D971B0E6-7572-4A38-B8DE-D646488A7615}" type="presParOf" srcId="{4FC9AD8C-8FC9-4537-AE91-D58549FDC89B}" destId="{48A4A05C-614B-46BB-A86F-D7556A6212BE}" srcOrd="6" destOrd="0" presId="urn:microsoft.com/office/officeart/2008/layout/VerticalCurvedList"/>
    <dgm:cxn modelId="{31B80604-D834-43C4-8384-BAE1EC5708D4}" type="presParOf" srcId="{48A4A05C-614B-46BB-A86F-D7556A6212BE}" destId="{BD5E0D8A-7D1E-4A9F-8727-EC2491C816AD}"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93CAF6-ABE7-4F05-9548-31B649EB02CD}"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D57D1888-8ED9-46B4-A6F0-DB2499BAB215}">
      <dgm:prSet phldrT="[Text]"/>
      <dgm:spPr/>
      <dgm:t>
        <a:bodyPr/>
        <a:lstStyle/>
        <a:p>
          <a:r>
            <a:rPr lang="en-US" dirty="0" smtClean="0"/>
            <a:t>Stigma prevents adolescents from seeking help from counseling psychologists.</a:t>
          </a:r>
          <a:endParaRPr lang="en-US" dirty="0"/>
        </a:p>
      </dgm:t>
    </dgm:pt>
    <dgm:pt modelId="{9B3C060F-BAD1-44CE-8DE3-B0558BC6F93A}" type="parTrans" cxnId="{5EE3FAD3-F468-43BF-B94B-63CC3B6B7708}">
      <dgm:prSet/>
      <dgm:spPr/>
      <dgm:t>
        <a:bodyPr/>
        <a:lstStyle/>
        <a:p>
          <a:endParaRPr lang="en-US"/>
        </a:p>
      </dgm:t>
    </dgm:pt>
    <dgm:pt modelId="{A8C72A89-6BCA-44C9-9112-CFA09CC24154}" type="sibTrans" cxnId="{5EE3FAD3-F468-43BF-B94B-63CC3B6B7708}">
      <dgm:prSet/>
      <dgm:spPr/>
      <dgm:t>
        <a:bodyPr/>
        <a:lstStyle/>
        <a:p>
          <a:endParaRPr lang="en-US"/>
        </a:p>
      </dgm:t>
    </dgm:pt>
    <dgm:pt modelId="{6771E370-E02E-423C-8770-B464A1E8F3DB}">
      <dgm:prSet phldrT="[Text]"/>
      <dgm:spPr/>
      <dgm:t>
        <a:bodyPr/>
        <a:lstStyle/>
        <a:p>
          <a:r>
            <a:rPr lang="en-US" dirty="0" smtClean="0"/>
            <a:t>Conventional CBT techniques are less effective in underdeveloped countries due to low awareness.</a:t>
          </a:r>
          <a:endParaRPr lang="en-US" dirty="0"/>
        </a:p>
      </dgm:t>
    </dgm:pt>
    <dgm:pt modelId="{03CA1563-59BF-4078-B4EB-A5D186843772}" type="parTrans" cxnId="{A178BEBD-F5D9-4CEF-9958-3280547B438D}">
      <dgm:prSet/>
      <dgm:spPr/>
      <dgm:t>
        <a:bodyPr/>
        <a:lstStyle/>
        <a:p>
          <a:endParaRPr lang="en-US"/>
        </a:p>
      </dgm:t>
    </dgm:pt>
    <dgm:pt modelId="{269CFC9F-9D38-461D-86C3-799F586EBC82}" type="sibTrans" cxnId="{A178BEBD-F5D9-4CEF-9958-3280547B438D}">
      <dgm:prSet/>
      <dgm:spPr/>
      <dgm:t>
        <a:bodyPr/>
        <a:lstStyle/>
        <a:p>
          <a:endParaRPr lang="en-US"/>
        </a:p>
      </dgm:t>
    </dgm:pt>
    <dgm:pt modelId="{74A90392-C2D6-428D-90B4-42976B4BEAF2}">
      <dgm:prSet phldrT="[Text]"/>
      <dgm:spPr/>
      <dgm:t>
        <a:bodyPr/>
        <a:lstStyle/>
        <a:p>
          <a:r>
            <a:rPr lang="en-US" dirty="0" smtClean="0"/>
            <a:t>High counseling fees make mental health support unaffordable for those who need it most.</a:t>
          </a:r>
          <a:endParaRPr lang="en-US" dirty="0"/>
        </a:p>
      </dgm:t>
    </dgm:pt>
    <dgm:pt modelId="{03E0D63A-D27A-4B6B-927F-2B081C571278}" type="parTrans" cxnId="{FA200642-36AC-4646-9E53-75FBD70C58C5}">
      <dgm:prSet/>
      <dgm:spPr/>
      <dgm:t>
        <a:bodyPr/>
        <a:lstStyle/>
        <a:p>
          <a:endParaRPr lang="en-US"/>
        </a:p>
      </dgm:t>
    </dgm:pt>
    <dgm:pt modelId="{34B8AA98-40F1-47AC-87F7-698EF5F3E92A}" type="sibTrans" cxnId="{FA200642-36AC-4646-9E53-75FBD70C58C5}">
      <dgm:prSet/>
      <dgm:spPr/>
      <dgm:t>
        <a:bodyPr/>
        <a:lstStyle/>
        <a:p>
          <a:endParaRPr lang="en-US"/>
        </a:p>
      </dgm:t>
    </dgm:pt>
    <dgm:pt modelId="{B34E987D-68DF-459D-B375-CB0D16953F4E}" type="pres">
      <dgm:prSet presAssocID="{E193CAF6-ABE7-4F05-9548-31B649EB02CD}" presName="outerComposite" presStyleCnt="0">
        <dgm:presLayoutVars>
          <dgm:chMax val="5"/>
          <dgm:dir/>
          <dgm:resizeHandles val="exact"/>
        </dgm:presLayoutVars>
      </dgm:prSet>
      <dgm:spPr/>
      <dgm:t>
        <a:bodyPr/>
        <a:lstStyle/>
        <a:p>
          <a:endParaRPr lang="en-US"/>
        </a:p>
      </dgm:t>
    </dgm:pt>
    <dgm:pt modelId="{A3F3F48F-102F-4FE6-985C-597E4B970264}" type="pres">
      <dgm:prSet presAssocID="{E193CAF6-ABE7-4F05-9548-31B649EB02CD}" presName="dummyMaxCanvas" presStyleCnt="0">
        <dgm:presLayoutVars/>
      </dgm:prSet>
      <dgm:spPr/>
    </dgm:pt>
    <dgm:pt modelId="{44B4CEF1-BD98-4719-981D-5232D3AC7F53}" type="pres">
      <dgm:prSet presAssocID="{E193CAF6-ABE7-4F05-9548-31B649EB02CD}" presName="ThreeNodes_1" presStyleLbl="node1" presStyleIdx="0" presStyleCnt="3">
        <dgm:presLayoutVars>
          <dgm:bulletEnabled val="1"/>
        </dgm:presLayoutVars>
      </dgm:prSet>
      <dgm:spPr/>
      <dgm:t>
        <a:bodyPr/>
        <a:lstStyle/>
        <a:p>
          <a:endParaRPr lang="en-US"/>
        </a:p>
      </dgm:t>
    </dgm:pt>
    <dgm:pt modelId="{1992E966-D135-4D03-AB17-ABDAFB0C5173}" type="pres">
      <dgm:prSet presAssocID="{E193CAF6-ABE7-4F05-9548-31B649EB02CD}" presName="ThreeNodes_2" presStyleLbl="node1" presStyleIdx="1" presStyleCnt="3">
        <dgm:presLayoutVars>
          <dgm:bulletEnabled val="1"/>
        </dgm:presLayoutVars>
      </dgm:prSet>
      <dgm:spPr/>
      <dgm:t>
        <a:bodyPr/>
        <a:lstStyle/>
        <a:p>
          <a:endParaRPr lang="en-US"/>
        </a:p>
      </dgm:t>
    </dgm:pt>
    <dgm:pt modelId="{7CD8E7C5-F63A-412E-A38F-FFE1452F9C88}" type="pres">
      <dgm:prSet presAssocID="{E193CAF6-ABE7-4F05-9548-31B649EB02CD}" presName="ThreeNodes_3" presStyleLbl="node1" presStyleIdx="2" presStyleCnt="3">
        <dgm:presLayoutVars>
          <dgm:bulletEnabled val="1"/>
        </dgm:presLayoutVars>
      </dgm:prSet>
      <dgm:spPr/>
      <dgm:t>
        <a:bodyPr/>
        <a:lstStyle/>
        <a:p>
          <a:endParaRPr lang="en-US"/>
        </a:p>
      </dgm:t>
    </dgm:pt>
    <dgm:pt modelId="{DC52ABB4-088E-4FB2-B6AC-926CD21864F5}" type="pres">
      <dgm:prSet presAssocID="{E193CAF6-ABE7-4F05-9548-31B649EB02CD}" presName="ThreeConn_1-2" presStyleLbl="fgAccFollowNode1" presStyleIdx="0" presStyleCnt="2">
        <dgm:presLayoutVars>
          <dgm:bulletEnabled val="1"/>
        </dgm:presLayoutVars>
      </dgm:prSet>
      <dgm:spPr/>
      <dgm:t>
        <a:bodyPr/>
        <a:lstStyle/>
        <a:p>
          <a:endParaRPr lang="en-US"/>
        </a:p>
      </dgm:t>
    </dgm:pt>
    <dgm:pt modelId="{056CB502-B243-4839-8610-53F607546A60}" type="pres">
      <dgm:prSet presAssocID="{E193CAF6-ABE7-4F05-9548-31B649EB02CD}" presName="ThreeConn_2-3" presStyleLbl="fgAccFollowNode1" presStyleIdx="1" presStyleCnt="2">
        <dgm:presLayoutVars>
          <dgm:bulletEnabled val="1"/>
        </dgm:presLayoutVars>
      </dgm:prSet>
      <dgm:spPr/>
      <dgm:t>
        <a:bodyPr/>
        <a:lstStyle/>
        <a:p>
          <a:endParaRPr lang="en-US"/>
        </a:p>
      </dgm:t>
    </dgm:pt>
    <dgm:pt modelId="{F6085EE0-102A-4594-A6DD-5FF7353756E7}" type="pres">
      <dgm:prSet presAssocID="{E193CAF6-ABE7-4F05-9548-31B649EB02CD}" presName="ThreeNodes_1_text" presStyleLbl="node1" presStyleIdx="2" presStyleCnt="3">
        <dgm:presLayoutVars>
          <dgm:bulletEnabled val="1"/>
        </dgm:presLayoutVars>
      </dgm:prSet>
      <dgm:spPr/>
      <dgm:t>
        <a:bodyPr/>
        <a:lstStyle/>
        <a:p>
          <a:endParaRPr lang="en-US"/>
        </a:p>
      </dgm:t>
    </dgm:pt>
    <dgm:pt modelId="{B549FFAB-3D15-46AA-99AD-4AC38F9E24FA}" type="pres">
      <dgm:prSet presAssocID="{E193CAF6-ABE7-4F05-9548-31B649EB02CD}" presName="ThreeNodes_2_text" presStyleLbl="node1" presStyleIdx="2" presStyleCnt="3">
        <dgm:presLayoutVars>
          <dgm:bulletEnabled val="1"/>
        </dgm:presLayoutVars>
      </dgm:prSet>
      <dgm:spPr/>
      <dgm:t>
        <a:bodyPr/>
        <a:lstStyle/>
        <a:p>
          <a:endParaRPr lang="en-US"/>
        </a:p>
      </dgm:t>
    </dgm:pt>
    <dgm:pt modelId="{D115103B-8F02-45D3-9B17-2D11EC4C6701}" type="pres">
      <dgm:prSet presAssocID="{E193CAF6-ABE7-4F05-9548-31B649EB02CD}" presName="ThreeNodes_3_text" presStyleLbl="node1" presStyleIdx="2" presStyleCnt="3">
        <dgm:presLayoutVars>
          <dgm:bulletEnabled val="1"/>
        </dgm:presLayoutVars>
      </dgm:prSet>
      <dgm:spPr/>
      <dgm:t>
        <a:bodyPr/>
        <a:lstStyle/>
        <a:p>
          <a:endParaRPr lang="en-US"/>
        </a:p>
      </dgm:t>
    </dgm:pt>
  </dgm:ptLst>
  <dgm:cxnLst>
    <dgm:cxn modelId="{56A8CBA7-EBCF-42D7-9DEA-1C8BD01E161F}" type="presOf" srcId="{74A90392-C2D6-428D-90B4-42976B4BEAF2}" destId="{D115103B-8F02-45D3-9B17-2D11EC4C6701}" srcOrd="1" destOrd="0" presId="urn:microsoft.com/office/officeart/2005/8/layout/vProcess5"/>
    <dgm:cxn modelId="{B8F2BE21-5AD6-4B05-AB6D-F2517B3B459F}" type="presOf" srcId="{6771E370-E02E-423C-8770-B464A1E8F3DB}" destId="{1992E966-D135-4D03-AB17-ABDAFB0C5173}" srcOrd="0" destOrd="0" presId="urn:microsoft.com/office/officeart/2005/8/layout/vProcess5"/>
    <dgm:cxn modelId="{BC889114-68C8-4F10-8D03-87D205E832E7}" type="presOf" srcId="{6771E370-E02E-423C-8770-B464A1E8F3DB}" destId="{B549FFAB-3D15-46AA-99AD-4AC38F9E24FA}" srcOrd="1" destOrd="0" presId="urn:microsoft.com/office/officeart/2005/8/layout/vProcess5"/>
    <dgm:cxn modelId="{B2F2FCA5-D1F1-4C67-B4D1-4C98E2A2C8B3}" type="presOf" srcId="{D57D1888-8ED9-46B4-A6F0-DB2499BAB215}" destId="{44B4CEF1-BD98-4719-981D-5232D3AC7F53}" srcOrd="0" destOrd="0" presId="urn:microsoft.com/office/officeart/2005/8/layout/vProcess5"/>
    <dgm:cxn modelId="{5D45DB1B-7CF1-4E62-980A-5099835EA9B0}" type="presOf" srcId="{269CFC9F-9D38-461D-86C3-799F586EBC82}" destId="{056CB502-B243-4839-8610-53F607546A60}" srcOrd="0" destOrd="0" presId="urn:microsoft.com/office/officeart/2005/8/layout/vProcess5"/>
    <dgm:cxn modelId="{D59EACC4-D2D9-4700-9D38-C9456D160FCB}" type="presOf" srcId="{E193CAF6-ABE7-4F05-9548-31B649EB02CD}" destId="{B34E987D-68DF-459D-B375-CB0D16953F4E}" srcOrd="0" destOrd="0" presId="urn:microsoft.com/office/officeart/2005/8/layout/vProcess5"/>
    <dgm:cxn modelId="{F7DF36E8-2583-4684-B632-5E9634C00A7A}" type="presOf" srcId="{74A90392-C2D6-428D-90B4-42976B4BEAF2}" destId="{7CD8E7C5-F63A-412E-A38F-FFE1452F9C88}" srcOrd="0" destOrd="0" presId="urn:microsoft.com/office/officeart/2005/8/layout/vProcess5"/>
    <dgm:cxn modelId="{B2145C60-1D60-4135-833F-A1B24C98E742}" type="presOf" srcId="{A8C72A89-6BCA-44C9-9112-CFA09CC24154}" destId="{DC52ABB4-088E-4FB2-B6AC-926CD21864F5}" srcOrd="0" destOrd="0" presId="urn:microsoft.com/office/officeart/2005/8/layout/vProcess5"/>
    <dgm:cxn modelId="{FA200642-36AC-4646-9E53-75FBD70C58C5}" srcId="{E193CAF6-ABE7-4F05-9548-31B649EB02CD}" destId="{74A90392-C2D6-428D-90B4-42976B4BEAF2}" srcOrd="2" destOrd="0" parTransId="{03E0D63A-D27A-4B6B-927F-2B081C571278}" sibTransId="{34B8AA98-40F1-47AC-87F7-698EF5F3E92A}"/>
    <dgm:cxn modelId="{2305623A-BB96-43A3-ACAD-5FB5B9944867}" type="presOf" srcId="{D57D1888-8ED9-46B4-A6F0-DB2499BAB215}" destId="{F6085EE0-102A-4594-A6DD-5FF7353756E7}" srcOrd="1" destOrd="0" presId="urn:microsoft.com/office/officeart/2005/8/layout/vProcess5"/>
    <dgm:cxn modelId="{A178BEBD-F5D9-4CEF-9958-3280547B438D}" srcId="{E193CAF6-ABE7-4F05-9548-31B649EB02CD}" destId="{6771E370-E02E-423C-8770-B464A1E8F3DB}" srcOrd="1" destOrd="0" parTransId="{03CA1563-59BF-4078-B4EB-A5D186843772}" sibTransId="{269CFC9F-9D38-461D-86C3-799F586EBC82}"/>
    <dgm:cxn modelId="{5EE3FAD3-F468-43BF-B94B-63CC3B6B7708}" srcId="{E193CAF6-ABE7-4F05-9548-31B649EB02CD}" destId="{D57D1888-8ED9-46B4-A6F0-DB2499BAB215}" srcOrd="0" destOrd="0" parTransId="{9B3C060F-BAD1-44CE-8DE3-B0558BC6F93A}" sibTransId="{A8C72A89-6BCA-44C9-9112-CFA09CC24154}"/>
    <dgm:cxn modelId="{32C95F33-604E-421B-83D5-EAAA399C140B}" type="presParOf" srcId="{B34E987D-68DF-459D-B375-CB0D16953F4E}" destId="{A3F3F48F-102F-4FE6-985C-597E4B970264}" srcOrd="0" destOrd="0" presId="urn:microsoft.com/office/officeart/2005/8/layout/vProcess5"/>
    <dgm:cxn modelId="{20DD89F5-7557-41E5-AA51-D37050E1212D}" type="presParOf" srcId="{B34E987D-68DF-459D-B375-CB0D16953F4E}" destId="{44B4CEF1-BD98-4719-981D-5232D3AC7F53}" srcOrd="1" destOrd="0" presId="urn:microsoft.com/office/officeart/2005/8/layout/vProcess5"/>
    <dgm:cxn modelId="{A1DD020D-765E-4CD4-B840-DD9DC1834F80}" type="presParOf" srcId="{B34E987D-68DF-459D-B375-CB0D16953F4E}" destId="{1992E966-D135-4D03-AB17-ABDAFB0C5173}" srcOrd="2" destOrd="0" presId="urn:microsoft.com/office/officeart/2005/8/layout/vProcess5"/>
    <dgm:cxn modelId="{00C9E534-96F2-4FFB-A528-3F61A74C948A}" type="presParOf" srcId="{B34E987D-68DF-459D-B375-CB0D16953F4E}" destId="{7CD8E7C5-F63A-412E-A38F-FFE1452F9C88}" srcOrd="3" destOrd="0" presId="urn:microsoft.com/office/officeart/2005/8/layout/vProcess5"/>
    <dgm:cxn modelId="{3D04D1AE-21A2-4A7F-B0E3-D760CC2BC51E}" type="presParOf" srcId="{B34E987D-68DF-459D-B375-CB0D16953F4E}" destId="{DC52ABB4-088E-4FB2-B6AC-926CD21864F5}" srcOrd="4" destOrd="0" presId="urn:microsoft.com/office/officeart/2005/8/layout/vProcess5"/>
    <dgm:cxn modelId="{4D9EB193-1641-44B9-9F6A-BC3D58B6C425}" type="presParOf" srcId="{B34E987D-68DF-459D-B375-CB0D16953F4E}" destId="{056CB502-B243-4839-8610-53F607546A60}" srcOrd="5" destOrd="0" presId="urn:microsoft.com/office/officeart/2005/8/layout/vProcess5"/>
    <dgm:cxn modelId="{353E138A-FD9B-4DC4-B047-2C9B59A4F067}" type="presParOf" srcId="{B34E987D-68DF-459D-B375-CB0D16953F4E}" destId="{F6085EE0-102A-4594-A6DD-5FF7353756E7}" srcOrd="6" destOrd="0" presId="urn:microsoft.com/office/officeart/2005/8/layout/vProcess5"/>
    <dgm:cxn modelId="{51633CE2-73EA-4424-8590-F14774B5A476}" type="presParOf" srcId="{B34E987D-68DF-459D-B375-CB0D16953F4E}" destId="{B549FFAB-3D15-46AA-99AD-4AC38F9E24FA}" srcOrd="7" destOrd="0" presId="urn:microsoft.com/office/officeart/2005/8/layout/vProcess5"/>
    <dgm:cxn modelId="{E81C9302-CD7A-4979-A9C0-01790F71DBF0}" type="presParOf" srcId="{B34E987D-68DF-459D-B375-CB0D16953F4E}" destId="{D115103B-8F02-45D3-9B17-2D11EC4C6701}"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6FA250D-9D6C-434E-8889-E87B5876B5AA}"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EC15FC57-697C-43BF-B50E-4A72A8618F2E}">
      <dgm:prSet phldrT="[Text]"/>
      <dgm:spPr/>
      <dgm:t>
        <a:bodyPr/>
        <a:lstStyle/>
        <a:p>
          <a:r>
            <a:rPr lang="en-US" dirty="0" smtClean="0"/>
            <a:t>Overcome Stigma and Adolescent Friendly</a:t>
          </a:r>
          <a:endParaRPr lang="en-US" dirty="0"/>
        </a:p>
      </dgm:t>
    </dgm:pt>
    <dgm:pt modelId="{2D9AFCCD-4FB3-4EFF-949A-224B9D8AB4B9}" type="parTrans" cxnId="{F73BF79A-3DAD-4BDB-BF00-CE03D8C1B88C}">
      <dgm:prSet/>
      <dgm:spPr/>
      <dgm:t>
        <a:bodyPr/>
        <a:lstStyle/>
        <a:p>
          <a:endParaRPr lang="en-US"/>
        </a:p>
      </dgm:t>
    </dgm:pt>
    <dgm:pt modelId="{A07F29E8-52D8-4867-9C45-FE69788B45A8}" type="sibTrans" cxnId="{F73BF79A-3DAD-4BDB-BF00-CE03D8C1B88C}">
      <dgm:prSet/>
      <dgm:spPr/>
      <dgm:t>
        <a:bodyPr/>
        <a:lstStyle/>
        <a:p>
          <a:endParaRPr lang="en-US"/>
        </a:p>
      </dgm:t>
    </dgm:pt>
    <dgm:pt modelId="{841E820D-D706-473E-8666-1178938A92FA}">
      <dgm:prSet phldrT="[Text]"/>
      <dgm:spPr/>
      <dgm:t>
        <a:bodyPr/>
        <a:lstStyle/>
        <a:p>
          <a:r>
            <a:rPr lang="en-US" dirty="0" smtClean="0"/>
            <a:t>Introduce a computer-based </a:t>
          </a:r>
          <a:r>
            <a:rPr lang="en-US" dirty="0" err="1" smtClean="0"/>
            <a:t>Gamified</a:t>
          </a:r>
          <a:r>
            <a:rPr lang="en-US" dirty="0" smtClean="0"/>
            <a:t> CBT (GCBT) for teenagers and students.</a:t>
          </a:r>
          <a:endParaRPr lang="en-US" dirty="0"/>
        </a:p>
      </dgm:t>
    </dgm:pt>
    <dgm:pt modelId="{04C5DA30-2539-4DD1-8D58-AACD77953927}" type="parTrans" cxnId="{F06B443C-1714-4C71-8F31-F734922CD217}">
      <dgm:prSet/>
      <dgm:spPr/>
      <dgm:t>
        <a:bodyPr/>
        <a:lstStyle/>
        <a:p>
          <a:endParaRPr lang="en-US"/>
        </a:p>
      </dgm:t>
    </dgm:pt>
    <dgm:pt modelId="{7DB307C2-3BCA-4227-B20D-9D5CED217E19}" type="sibTrans" cxnId="{F06B443C-1714-4C71-8F31-F734922CD217}">
      <dgm:prSet/>
      <dgm:spPr/>
      <dgm:t>
        <a:bodyPr/>
        <a:lstStyle/>
        <a:p>
          <a:endParaRPr lang="en-US"/>
        </a:p>
      </dgm:t>
    </dgm:pt>
    <dgm:pt modelId="{3EF7106A-2A82-4C47-9037-03896075E9CA}">
      <dgm:prSet phldrT="[Text]"/>
      <dgm:spPr/>
      <dgm:t>
        <a:bodyPr/>
        <a:lstStyle/>
        <a:p>
          <a:r>
            <a:rPr lang="en-US" dirty="0" smtClean="0"/>
            <a:t>Overcome Financial Problem</a:t>
          </a:r>
          <a:endParaRPr lang="en-US" dirty="0"/>
        </a:p>
      </dgm:t>
    </dgm:pt>
    <dgm:pt modelId="{E78F7034-20B0-4652-9030-89451B772CF8}" type="parTrans" cxnId="{69A14074-8409-432E-AEB7-995A96BFDF1D}">
      <dgm:prSet/>
      <dgm:spPr/>
      <dgm:t>
        <a:bodyPr/>
        <a:lstStyle/>
        <a:p>
          <a:endParaRPr lang="en-US"/>
        </a:p>
      </dgm:t>
    </dgm:pt>
    <dgm:pt modelId="{76DD376B-DBF4-47DE-891D-D6A143282186}" type="sibTrans" cxnId="{69A14074-8409-432E-AEB7-995A96BFDF1D}">
      <dgm:prSet/>
      <dgm:spPr/>
      <dgm:t>
        <a:bodyPr/>
        <a:lstStyle/>
        <a:p>
          <a:endParaRPr lang="en-US"/>
        </a:p>
      </dgm:t>
    </dgm:pt>
    <dgm:pt modelId="{F9039CBF-89FB-430E-A25D-94DAEF888C25}">
      <dgm:prSet phldrT="[Text]"/>
      <dgm:spPr/>
      <dgm:t>
        <a:bodyPr/>
        <a:lstStyle/>
        <a:p>
          <a:r>
            <a:rPr lang="en-US" dirty="0" smtClean="0"/>
            <a:t>Provide free, accessible mental health support to overcome cost and stigma barriers.</a:t>
          </a:r>
          <a:endParaRPr lang="en-US" dirty="0"/>
        </a:p>
      </dgm:t>
    </dgm:pt>
    <dgm:pt modelId="{CB3F6728-38AE-4656-9C8C-84A51F6376C7}" type="parTrans" cxnId="{CDCC3C37-6AD8-4030-A29B-23DD21075C44}">
      <dgm:prSet/>
      <dgm:spPr/>
      <dgm:t>
        <a:bodyPr/>
        <a:lstStyle/>
        <a:p>
          <a:endParaRPr lang="en-US"/>
        </a:p>
      </dgm:t>
    </dgm:pt>
    <dgm:pt modelId="{4AA251FF-E941-4579-BA0D-005F03C247B3}" type="sibTrans" cxnId="{CDCC3C37-6AD8-4030-A29B-23DD21075C44}">
      <dgm:prSet/>
      <dgm:spPr/>
      <dgm:t>
        <a:bodyPr/>
        <a:lstStyle/>
        <a:p>
          <a:endParaRPr lang="en-US"/>
        </a:p>
      </dgm:t>
    </dgm:pt>
    <dgm:pt modelId="{4A5A43C2-3FCB-4489-8113-5D0AC8D6EB1C}" type="pres">
      <dgm:prSet presAssocID="{96FA250D-9D6C-434E-8889-E87B5876B5AA}" presName="Name0" presStyleCnt="0">
        <dgm:presLayoutVars>
          <dgm:dir/>
          <dgm:animLvl val="lvl"/>
          <dgm:resizeHandles/>
        </dgm:presLayoutVars>
      </dgm:prSet>
      <dgm:spPr/>
      <dgm:t>
        <a:bodyPr/>
        <a:lstStyle/>
        <a:p>
          <a:endParaRPr lang="en-US"/>
        </a:p>
      </dgm:t>
    </dgm:pt>
    <dgm:pt modelId="{6E6FCBA6-323C-4413-9FEC-EFD3C4DBC9B8}" type="pres">
      <dgm:prSet presAssocID="{EC15FC57-697C-43BF-B50E-4A72A8618F2E}" presName="linNode" presStyleCnt="0"/>
      <dgm:spPr/>
    </dgm:pt>
    <dgm:pt modelId="{2B59C8C3-6CAF-4C59-B62A-08967C6F49BF}" type="pres">
      <dgm:prSet presAssocID="{EC15FC57-697C-43BF-B50E-4A72A8618F2E}" presName="parentShp" presStyleLbl="node1" presStyleIdx="0" presStyleCnt="2">
        <dgm:presLayoutVars>
          <dgm:bulletEnabled val="1"/>
        </dgm:presLayoutVars>
      </dgm:prSet>
      <dgm:spPr/>
      <dgm:t>
        <a:bodyPr/>
        <a:lstStyle/>
        <a:p>
          <a:endParaRPr lang="en-US"/>
        </a:p>
      </dgm:t>
    </dgm:pt>
    <dgm:pt modelId="{19F36CEA-6E5D-459A-BF9D-7AAED5EA6932}" type="pres">
      <dgm:prSet presAssocID="{EC15FC57-697C-43BF-B50E-4A72A8618F2E}" presName="childShp" presStyleLbl="bgAccFollowNode1" presStyleIdx="0" presStyleCnt="2">
        <dgm:presLayoutVars>
          <dgm:bulletEnabled val="1"/>
        </dgm:presLayoutVars>
      </dgm:prSet>
      <dgm:spPr/>
      <dgm:t>
        <a:bodyPr/>
        <a:lstStyle/>
        <a:p>
          <a:endParaRPr lang="en-US"/>
        </a:p>
      </dgm:t>
    </dgm:pt>
    <dgm:pt modelId="{294EDD6D-56E4-484E-A35B-9CB25DE04DAA}" type="pres">
      <dgm:prSet presAssocID="{A07F29E8-52D8-4867-9C45-FE69788B45A8}" presName="spacing" presStyleCnt="0"/>
      <dgm:spPr/>
    </dgm:pt>
    <dgm:pt modelId="{F131D0DB-E434-431C-9AEF-E062F6587476}" type="pres">
      <dgm:prSet presAssocID="{3EF7106A-2A82-4C47-9037-03896075E9CA}" presName="linNode" presStyleCnt="0"/>
      <dgm:spPr/>
    </dgm:pt>
    <dgm:pt modelId="{4B28B3E7-8F75-4589-AED6-A5C75E560B5C}" type="pres">
      <dgm:prSet presAssocID="{3EF7106A-2A82-4C47-9037-03896075E9CA}" presName="parentShp" presStyleLbl="node1" presStyleIdx="1" presStyleCnt="2">
        <dgm:presLayoutVars>
          <dgm:bulletEnabled val="1"/>
        </dgm:presLayoutVars>
      </dgm:prSet>
      <dgm:spPr/>
      <dgm:t>
        <a:bodyPr/>
        <a:lstStyle/>
        <a:p>
          <a:endParaRPr lang="en-US"/>
        </a:p>
      </dgm:t>
    </dgm:pt>
    <dgm:pt modelId="{0A219FF3-C140-462E-8427-B28D5CDD1BD6}" type="pres">
      <dgm:prSet presAssocID="{3EF7106A-2A82-4C47-9037-03896075E9CA}" presName="childShp" presStyleLbl="bgAccFollowNode1" presStyleIdx="1" presStyleCnt="2">
        <dgm:presLayoutVars>
          <dgm:bulletEnabled val="1"/>
        </dgm:presLayoutVars>
      </dgm:prSet>
      <dgm:spPr/>
      <dgm:t>
        <a:bodyPr/>
        <a:lstStyle/>
        <a:p>
          <a:endParaRPr lang="en-US"/>
        </a:p>
      </dgm:t>
    </dgm:pt>
  </dgm:ptLst>
  <dgm:cxnLst>
    <dgm:cxn modelId="{F06B443C-1714-4C71-8F31-F734922CD217}" srcId="{EC15FC57-697C-43BF-B50E-4A72A8618F2E}" destId="{841E820D-D706-473E-8666-1178938A92FA}" srcOrd="0" destOrd="0" parTransId="{04C5DA30-2539-4DD1-8D58-AACD77953927}" sibTransId="{7DB307C2-3BCA-4227-B20D-9D5CED217E19}"/>
    <dgm:cxn modelId="{69A14074-8409-432E-AEB7-995A96BFDF1D}" srcId="{96FA250D-9D6C-434E-8889-E87B5876B5AA}" destId="{3EF7106A-2A82-4C47-9037-03896075E9CA}" srcOrd="1" destOrd="0" parTransId="{E78F7034-20B0-4652-9030-89451B772CF8}" sibTransId="{76DD376B-DBF4-47DE-891D-D6A143282186}"/>
    <dgm:cxn modelId="{C2BCD1A2-6AAB-490D-83EF-DA3E093DC1CE}" type="presOf" srcId="{96FA250D-9D6C-434E-8889-E87B5876B5AA}" destId="{4A5A43C2-3FCB-4489-8113-5D0AC8D6EB1C}" srcOrd="0" destOrd="0" presId="urn:microsoft.com/office/officeart/2005/8/layout/vList6"/>
    <dgm:cxn modelId="{4C912B64-B71A-4802-89A7-44DA3CDCF2D6}" type="presOf" srcId="{EC15FC57-697C-43BF-B50E-4A72A8618F2E}" destId="{2B59C8C3-6CAF-4C59-B62A-08967C6F49BF}" srcOrd="0" destOrd="0" presId="urn:microsoft.com/office/officeart/2005/8/layout/vList6"/>
    <dgm:cxn modelId="{015206F4-49B4-4DD2-80E9-5658514F59DC}" type="presOf" srcId="{3EF7106A-2A82-4C47-9037-03896075E9CA}" destId="{4B28B3E7-8F75-4589-AED6-A5C75E560B5C}" srcOrd="0" destOrd="0" presId="urn:microsoft.com/office/officeart/2005/8/layout/vList6"/>
    <dgm:cxn modelId="{CDCC3C37-6AD8-4030-A29B-23DD21075C44}" srcId="{3EF7106A-2A82-4C47-9037-03896075E9CA}" destId="{F9039CBF-89FB-430E-A25D-94DAEF888C25}" srcOrd="0" destOrd="0" parTransId="{CB3F6728-38AE-4656-9C8C-84A51F6376C7}" sibTransId="{4AA251FF-E941-4579-BA0D-005F03C247B3}"/>
    <dgm:cxn modelId="{199C6C17-2D5B-4D90-A54A-5DB210D730A1}" type="presOf" srcId="{F9039CBF-89FB-430E-A25D-94DAEF888C25}" destId="{0A219FF3-C140-462E-8427-B28D5CDD1BD6}" srcOrd="0" destOrd="0" presId="urn:microsoft.com/office/officeart/2005/8/layout/vList6"/>
    <dgm:cxn modelId="{5BED4BE1-0B1C-4524-92A9-35F46674461F}" type="presOf" srcId="{841E820D-D706-473E-8666-1178938A92FA}" destId="{19F36CEA-6E5D-459A-BF9D-7AAED5EA6932}" srcOrd="0" destOrd="0" presId="urn:microsoft.com/office/officeart/2005/8/layout/vList6"/>
    <dgm:cxn modelId="{F73BF79A-3DAD-4BDB-BF00-CE03D8C1B88C}" srcId="{96FA250D-9D6C-434E-8889-E87B5876B5AA}" destId="{EC15FC57-697C-43BF-B50E-4A72A8618F2E}" srcOrd="0" destOrd="0" parTransId="{2D9AFCCD-4FB3-4EFF-949A-224B9D8AB4B9}" sibTransId="{A07F29E8-52D8-4867-9C45-FE69788B45A8}"/>
    <dgm:cxn modelId="{FD7E20A9-5E69-4CEC-8909-2A2B19FBBA0A}" type="presParOf" srcId="{4A5A43C2-3FCB-4489-8113-5D0AC8D6EB1C}" destId="{6E6FCBA6-323C-4413-9FEC-EFD3C4DBC9B8}" srcOrd="0" destOrd="0" presId="urn:microsoft.com/office/officeart/2005/8/layout/vList6"/>
    <dgm:cxn modelId="{C56189E5-0725-4EB0-9092-5BD1695CDAFB}" type="presParOf" srcId="{6E6FCBA6-323C-4413-9FEC-EFD3C4DBC9B8}" destId="{2B59C8C3-6CAF-4C59-B62A-08967C6F49BF}" srcOrd="0" destOrd="0" presId="urn:microsoft.com/office/officeart/2005/8/layout/vList6"/>
    <dgm:cxn modelId="{6893F812-1324-4D11-B23E-2CA439F8A099}" type="presParOf" srcId="{6E6FCBA6-323C-4413-9FEC-EFD3C4DBC9B8}" destId="{19F36CEA-6E5D-459A-BF9D-7AAED5EA6932}" srcOrd="1" destOrd="0" presId="urn:microsoft.com/office/officeart/2005/8/layout/vList6"/>
    <dgm:cxn modelId="{170D610B-1890-4B2E-8772-EB6EA00798F5}" type="presParOf" srcId="{4A5A43C2-3FCB-4489-8113-5D0AC8D6EB1C}" destId="{294EDD6D-56E4-484E-A35B-9CB25DE04DAA}" srcOrd="1" destOrd="0" presId="urn:microsoft.com/office/officeart/2005/8/layout/vList6"/>
    <dgm:cxn modelId="{4529E756-622F-4EF0-803F-DEE0081E9C8C}" type="presParOf" srcId="{4A5A43C2-3FCB-4489-8113-5D0AC8D6EB1C}" destId="{F131D0DB-E434-431C-9AEF-E062F6587476}" srcOrd="2" destOrd="0" presId="urn:microsoft.com/office/officeart/2005/8/layout/vList6"/>
    <dgm:cxn modelId="{AB00F6C2-2F39-4F98-8E99-4B781DE12C4D}" type="presParOf" srcId="{F131D0DB-E434-431C-9AEF-E062F6587476}" destId="{4B28B3E7-8F75-4589-AED6-A5C75E560B5C}" srcOrd="0" destOrd="0" presId="urn:microsoft.com/office/officeart/2005/8/layout/vList6"/>
    <dgm:cxn modelId="{74E42D7B-31A3-4EE0-AFEC-39BDA98EC2D6}" type="presParOf" srcId="{F131D0DB-E434-431C-9AEF-E062F6587476}" destId="{0A219FF3-C140-462E-8427-B28D5CDD1BD6}"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F7C810-F31B-4B67-B236-CBAD273DC14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B63CABD3-A6A9-48CB-B922-DE0B93046144}">
      <dgm:prSet phldrT="[Text]"/>
      <dgm:spPr/>
      <dgm:t>
        <a:bodyPr/>
        <a:lstStyle/>
        <a:p>
          <a:r>
            <a:rPr lang="en-US" dirty="0" smtClean="0"/>
            <a:t>Compare effectiveness</a:t>
          </a:r>
          <a:endParaRPr lang="en-US" dirty="0"/>
        </a:p>
      </dgm:t>
    </dgm:pt>
    <dgm:pt modelId="{E517DFC2-873C-43D6-9F11-E4901DCFBBD1}" type="parTrans" cxnId="{7AC469E7-6055-4142-BF5D-DA6E51E388F6}">
      <dgm:prSet/>
      <dgm:spPr/>
      <dgm:t>
        <a:bodyPr/>
        <a:lstStyle/>
        <a:p>
          <a:endParaRPr lang="en-US"/>
        </a:p>
      </dgm:t>
    </dgm:pt>
    <dgm:pt modelId="{542BFEA5-8DD2-489F-B61F-12698FA5D069}" type="sibTrans" cxnId="{7AC469E7-6055-4142-BF5D-DA6E51E388F6}">
      <dgm:prSet/>
      <dgm:spPr/>
      <dgm:t>
        <a:bodyPr/>
        <a:lstStyle/>
        <a:p>
          <a:endParaRPr lang="en-US"/>
        </a:p>
      </dgm:t>
    </dgm:pt>
    <dgm:pt modelId="{C768C4C5-BFD9-4EE7-A863-FC584D597A18}">
      <dgm:prSet phldrT="[Text]"/>
      <dgm:spPr/>
      <dgm:t>
        <a:bodyPr/>
        <a:lstStyle/>
        <a:p>
          <a:r>
            <a:rPr lang="en-US" dirty="0" smtClean="0"/>
            <a:t>Evaluate how </a:t>
          </a:r>
          <a:r>
            <a:rPr lang="en-US" dirty="0" err="1" smtClean="0"/>
            <a:t>Gamified</a:t>
          </a:r>
          <a:r>
            <a:rPr lang="en-US" dirty="0" smtClean="0"/>
            <a:t> CBT (GCBT) and CBT (CBT) differ in reducing anxiety and depression symptoms in adolescents.</a:t>
          </a:r>
          <a:endParaRPr lang="en-US" dirty="0"/>
        </a:p>
      </dgm:t>
    </dgm:pt>
    <dgm:pt modelId="{8A3A7391-CA9A-47FA-B341-082F181F9DC3}" type="parTrans" cxnId="{1EF80F93-44DD-4265-8CC2-AF03FA2FB35A}">
      <dgm:prSet/>
      <dgm:spPr/>
      <dgm:t>
        <a:bodyPr/>
        <a:lstStyle/>
        <a:p>
          <a:endParaRPr lang="en-US"/>
        </a:p>
      </dgm:t>
    </dgm:pt>
    <dgm:pt modelId="{02C39D41-82B8-4B30-A3B1-8127AD6F25E6}" type="sibTrans" cxnId="{1EF80F93-44DD-4265-8CC2-AF03FA2FB35A}">
      <dgm:prSet/>
      <dgm:spPr/>
      <dgm:t>
        <a:bodyPr/>
        <a:lstStyle/>
        <a:p>
          <a:endParaRPr lang="en-US"/>
        </a:p>
      </dgm:t>
    </dgm:pt>
    <dgm:pt modelId="{1743B643-840F-4F30-8D41-D8D84830AB53}">
      <dgm:prSet phldrT="[Text]"/>
      <dgm:spPr/>
      <dgm:t>
        <a:bodyPr/>
        <a:lstStyle/>
        <a:p>
          <a:r>
            <a:rPr lang="en-US" dirty="0" smtClean="0"/>
            <a:t>Assess engagement and adherence</a:t>
          </a:r>
          <a:endParaRPr lang="en-US" dirty="0"/>
        </a:p>
      </dgm:t>
    </dgm:pt>
    <dgm:pt modelId="{3BC56D0D-A0D7-4EFA-AE8A-EC7B99D12EFB}" type="parTrans" cxnId="{B3591F95-A131-49F1-B436-FD3186C49677}">
      <dgm:prSet/>
      <dgm:spPr/>
      <dgm:t>
        <a:bodyPr/>
        <a:lstStyle/>
        <a:p>
          <a:endParaRPr lang="en-US"/>
        </a:p>
      </dgm:t>
    </dgm:pt>
    <dgm:pt modelId="{7511D3E2-CFC3-424C-9CC1-967FA2548F9C}" type="sibTrans" cxnId="{B3591F95-A131-49F1-B436-FD3186C49677}">
      <dgm:prSet/>
      <dgm:spPr/>
      <dgm:t>
        <a:bodyPr/>
        <a:lstStyle/>
        <a:p>
          <a:endParaRPr lang="en-US"/>
        </a:p>
      </dgm:t>
    </dgm:pt>
    <dgm:pt modelId="{D8E3A897-D8F9-4B6B-9247-29E0E260B675}">
      <dgm:prSet phldrT="[Text]"/>
      <dgm:spPr/>
      <dgm:t>
        <a:bodyPr/>
        <a:lstStyle/>
        <a:p>
          <a:r>
            <a:rPr lang="en-US" dirty="0" smtClean="0"/>
            <a:t>Examine differences in participation, completion rates, and dropout between GCBT and CBT.</a:t>
          </a:r>
          <a:endParaRPr lang="en-US" dirty="0"/>
        </a:p>
      </dgm:t>
    </dgm:pt>
    <dgm:pt modelId="{A2A14AB9-C3A7-4BA1-B0DF-612F4B83CB5D}" type="parTrans" cxnId="{B45519AF-D18D-4AF4-94BE-0D39F20EEDE8}">
      <dgm:prSet/>
      <dgm:spPr/>
      <dgm:t>
        <a:bodyPr/>
        <a:lstStyle/>
        <a:p>
          <a:endParaRPr lang="en-US"/>
        </a:p>
      </dgm:t>
    </dgm:pt>
    <dgm:pt modelId="{9BE284B2-B4E9-4F21-9875-5BA1FA445E77}" type="sibTrans" cxnId="{B45519AF-D18D-4AF4-94BE-0D39F20EEDE8}">
      <dgm:prSet/>
      <dgm:spPr/>
      <dgm:t>
        <a:bodyPr/>
        <a:lstStyle/>
        <a:p>
          <a:endParaRPr lang="en-US"/>
        </a:p>
      </dgm:t>
    </dgm:pt>
    <dgm:pt modelId="{C5AD730B-1FB4-483E-A5C6-6BFC29EB514C}">
      <dgm:prSet phldrT="[Text]"/>
      <dgm:spPr/>
      <dgm:t>
        <a:bodyPr/>
        <a:lstStyle/>
        <a:p>
          <a:r>
            <a:rPr lang="en-US" dirty="0" smtClean="0"/>
            <a:t>Understand user experience</a:t>
          </a:r>
          <a:endParaRPr lang="en-US" dirty="0"/>
        </a:p>
      </dgm:t>
    </dgm:pt>
    <dgm:pt modelId="{0E4D704B-B8FE-48EC-8B70-F4D0E37304D9}" type="parTrans" cxnId="{EA554B3E-D479-4852-952C-A273091C3D29}">
      <dgm:prSet/>
      <dgm:spPr/>
      <dgm:t>
        <a:bodyPr/>
        <a:lstStyle/>
        <a:p>
          <a:endParaRPr lang="en-US"/>
        </a:p>
      </dgm:t>
    </dgm:pt>
    <dgm:pt modelId="{C8D723D1-FD69-4179-818C-73894B71C28F}" type="sibTrans" cxnId="{EA554B3E-D479-4852-952C-A273091C3D29}">
      <dgm:prSet/>
      <dgm:spPr/>
      <dgm:t>
        <a:bodyPr/>
        <a:lstStyle/>
        <a:p>
          <a:endParaRPr lang="en-US"/>
        </a:p>
      </dgm:t>
    </dgm:pt>
    <dgm:pt modelId="{F82F8CB1-CE42-46CA-BE4E-943665153730}">
      <dgm:prSet phldrT="[Text]"/>
      <dgm:spPr/>
      <dgm:t>
        <a:bodyPr/>
        <a:lstStyle/>
        <a:p>
          <a:r>
            <a:rPr lang="en-US" dirty="0" smtClean="0"/>
            <a:t>Analyze acceptability, perceived benefits, limitations, and future research needs from adolescents’ perspectives.</a:t>
          </a:r>
          <a:endParaRPr lang="en-US" dirty="0"/>
        </a:p>
      </dgm:t>
    </dgm:pt>
    <dgm:pt modelId="{DC77EE4C-3D27-44E7-A305-44D55F801F90}" type="parTrans" cxnId="{6D01DAFD-26BA-4D78-BA77-23F1AFBD4F9E}">
      <dgm:prSet/>
      <dgm:spPr/>
      <dgm:t>
        <a:bodyPr/>
        <a:lstStyle/>
        <a:p>
          <a:endParaRPr lang="en-US"/>
        </a:p>
      </dgm:t>
    </dgm:pt>
    <dgm:pt modelId="{8019F852-3742-4E1C-88B3-B0EAD1971686}" type="sibTrans" cxnId="{6D01DAFD-26BA-4D78-BA77-23F1AFBD4F9E}">
      <dgm:prSet/>
      <dgm:spPr/>
      <dgm:t>
        <a:bodyPr/>
        <a:lstStyle/>
        <a:p>
          <a:endParaRPr lang="en-US"/>
        </a:p>
      </dgm:t>
    </dgm:pt>
    <dgm:pt modelId="{90CECDF4-E7E4-47BF-8055-049F3C967F8A}" type="pres">
      <dgm:prSet presAssocID="{58F7C810-F31B-4B67-B236-CBAD273DC140}" presName="linearFlow" presStyleCnt="0">
        <dgm:presLayoutVars>
          <dgm:dir/>
          <dgm:animLvl val="lvl"/>
          <dgm:resizeHandles val="exact"/>
        </dgm:presLayoutVars>
      </dgm:prSet>
      <dgm:spPr/>
      <dgm:t>
        <a:bodyPr/>
        <a:lstStyle/>
        <a:p>
          <a:endParaRPr lang="en-US"/>
        </a:p>
      </dgm:t>
    </dgm:pt>
    <dgm:pt modelId="{00BEC19C-C7CD-4DB2-BE5D-2B78DA965D9A}" type="pres">
      <dgm:prSet presAssocID="{B63CABD3-A6A9-48CB-B922-DE0B93046144}" presName="composite" presStyleCnt="0"/>
      <dgm:spPr/>
    </dgm:pt>
    <dgm:pt modelId="{207BF059-304E-49BD-A49E-BC8A43174969}" type="pres">
      <dgm:prSet presAssocID="{B63CABD3-A6A9-48CB-B922-DE0B93046144}" presName="parentText" presStyleLbl="alignNode1" presStyleIdx="0" presStyleCnt="3">
        <dgm:presLayoutVars>
          <dgm:chMax val="1"/>
          <dgm:bulletEnabled val="1"/>
        </dgm:presLayoutVars>
      </dgm:prSet>
      <dgm:spPr/>
      <dgm:t>
        <a:bodyPr/>
        <a:lstStyle/>
        <a:p>
          <a:endParaRPr lang="en-US"/>
        </a:p>
      </dgm:t>
    </dgm:pt>
    <dgm:pt modelId="{F832B746-07D9-4464-AC60-24601ACF63CE}" type="pres">
      <dgm:prSet presAssocID="{B63CABD3-A6A9-48CB-B922-DE0B93046144}" presName="descendantText" presStyleLbl="alignAcc1" presStyleIdx="0" presStyleCnt="3">
        <dgm:presLayoutVars>
          <dgm:bulletEnabled val="1"/>
        </dgm:presLayoutVars>
      </dgm:prSet>
      <dgm:spPr/>
      <dgm:t>
        <a:bodyPr/>
        <a:lstStyle/>
        <a:p>
          <a:endParaRPr lang="en-US"/>
        </a:p>
      </dgm:t>
    </dgm:pt>
    <dgm:pt modelId="{8B373FD4-288F-457F-B117-7D2FCD850D2B}" type="pres">
      <dgm:prSet presAssocID="{542BFEA5-8DD2-489F-B61F-12698FA5D069}" presName="sp" presStyleCnt="0"/>
      <dgm:spPr/>
    </dgm:pt>
    <dgm:pt modelId="{2C1C7088-86F5-454C-A0EA-A5BFB37DD811}" type="pres">
      <dgm:prSet presAssocID="{1743B643-840F-4F30-8D41-D8D84830AB53}" presName="composite" presStyleCnt="0"/>
      <dgm:spPr/>
    </dgm:pt>
    <dgm:pt modelId="{F31359F6-7542-42DA-AB16-12C35BD36463}" type="pres">
      <dgm:prSet presAssocID="{1743B643-840F-4F30-8D41-D8D84830AB53}" presName="parentText" presStyleLbl="alignNode1" presStyleIdx="1" presStyleCnt="3">
        <dgm:presLayoutVars>
          <dgm:chMax val="1"/>
          <dgm:bulletEnabled val="1"/>
        </dgm:presLayoutVars>
      </dgm:prSet>
      <dgm:spPr/>
      <dgm:t>
        <a:bodyPr/>
        <a:lstStyle/>
        <a:p>
          <a:endParaRPr lang="en-US"/>
        </a:p>
      </dgm:t>
    </dgm:pt>
    <dgm:pt modelId="{55FE0CDB-0CAB-45F6-A096-A7215F6DAACC}" type="pres">
      <dgm:prSet presAssocID="{1743B643-840F-4F30-8D41-D8D84830AB53}" presName="descendantText" presStyleLbl="alignAcc1" presStyleIdx="1" presStyleCnt="3">
        <dgm:presLayoutVars>
          <dgm:bulletEnabled val="1"/>
        </dgm:presLayoutVars>
      </dgm:prSet>
      <dgm:spPr/>
      <dgm:t>
        <a:bodyPr/>
        <a:lstStyle/>
        <a:p>
          <a:endParaRPr lang="en-US"/>
        </a:p>
      </dgm:t>
    </dgm:pt>
    <dgm:pt modelId="{B92652E1-FD2A-4A0C-AEDA-3FA30F101CE2}" type="pres">
      <dgm:prSet presAssocID="{7511D3E2-CFC3-424C-9CC1-967FA2548F9C}" presName="sp" presStyleCnt="0"/>
      <dgm:spPr/>
    </dgm:pt>
    <dgm:pt modelId="{F6A8B2FB-A66D-483C-8671-5DFA7D49C619}" type="pres">
      <dgm:prSet presAssocID="{C5AD730B-1FB4-483E-A5C6-6BFC29EB514C}" presName="composite" presStyleCnt="0"/>
      <dgm:spPr/>
    </dgm:pt>
    <dgm:pt modelId="{8D5CFAE2-1E55-4E22-BC2B-EE9031B01D33}" type="pres">
      <dgm:prSet presAssocID="{C5AD730B-1FB4-483E-A5C6-6BFC29EB514C}" presName="parentText" presStyleLbl="alignNode1" presStyleIdx="2" presStyleCnt="3">
        <dgm:presLayoutVars>
          <dgm:chMax val="1"/>
          <dgm:bulletEnabled val="1"/>
        </dgm:presLayoutVars>
      </dgm:prSet>
      <dgm:spPr/>
      <dgm:t>
        <a:bodyPr/>
        <a:lstStyle/>
        <a:p>
          <a:endParaRPr lang="en-US"/>
        </a:p>
      </dgm:t>
    </dgm:pt>
    <dgm:pt modelId="{F3C851FB-7D5A-4816-BA1F-9784BFA0BBDD}" type="pres">
      <dgm:prSet presAssocID="{C5AD730B-1FB4-483E-A5C6-6BFC29EB514C}" presName="descendantText" presStyleLbl="alignAcc1" presStyleIdx="2" presStyleCnt="3">
        <dgm:presLayoutVars>
          <dgm:bulletEnabled val="1"/>
        </dgm:presLayoutVars>
      </dgm:prSet>
      <dgm:spPr/>
      <dgm:t>
        <a:bodyPr/>
        <a:lstStyle/>
        <a:p>
          <a:endParaRPr lang="en-US"/>
        </a:p>
      </dgm:t>
    </dgm:pt>
  </dgm:ptLst>
  <dgm:cxnLst>
    <dgm:cxn modelId="{7AC469E7-6055-4142-BF5D-DA6E51E388F6}" srcId="{58F7C810-F31B-4B67-B236-CBAD273DC140}" destId="{B63CABD3-A6A9-48CB-B922-DE0B93046144}" srcOrd="0" destOrd="0" parTransId="{E517DFC2-873C-43D6-9F11-E4901DCFBBD1}" sibTransId="{542BFEA5-8DD2-489F-B61F-12698FA5D069}"/>
    <dgm:cxn modelId="{57FD3ACD-67AA-46F3-A060-421E87F843B2}" type="presOf" srcId="{58F7C810-F31B-4B67-B236-CBAD273DC140}" destId="{90CECDF4-E7E4-47BF-8055-049F3C967F8A}" srcOrd="0" destOrd="0" presId="urn:microsoft.com/office/officeart/2005/8/layout/chevron2"/>
    <dgm:cxn modelId="{6D01DAFD-26BA-4D78-BA77-23F1AFBD4F9E}" srcId="{C5AD730B-1FB4-483E-A5C6-6BFC29EB514C}" destId="{F82F8CB1-CE42-46CA-BE4E-943665153730}" srcOrd="0" destOrd="0" parTransId="{DC77EE4C-3D27-44E7-A305-44D55F801F90}" sibTransId="{8019F852-3742-4E1C-88B3-B0EAD1971686}"/>
    <dgm:cxn modelId="{B45519AF-D18D-4AF4-94BE-0D39F20EEDE8}" srcId="{1743B643-840F-4F30-8D41-D8D84830AB53}" destId="{D8E3A897-D8F9-4B6B-9247-29E0E260B675}" srcOrd="0" destOrd="0" parTransId="{A2A14AB9-C3A7-4BA1-B0DF-612F4B83CB5D}" sibTransId="{9BE284B2-B4E9-4F21-9875-5BA1FA445E77}"/>
    <dgm:cxn modelId="{6BC0C604-1C51-4EB7-A0F2-B4A5FF6EFF4F}" type="presOf" srcId="{1743B643-840F-4F30-8D41-D8D84830AB53}" destId="{F31359F6-7542-42DA-AB16-12C35BD36463}" srcOrd="0" destOrd="0" presId="urn:microsoft.com/office/officeart/2005/8/layout/chevron2"/>
    <dgm:cxn modelId="{B3591F95-A131-49F1-B436-FD3186C49677}" srcId="{58F7C810-F31B-4B67-B236-CBAD273DC140}" destId="{1743B643-840F-4F30-8D41-D8D84830AB53}" srcOrd="1" destOrd="0" parTransId="{3BC56D0D-A0D7-4EFA-AE8A-EC7B99D12EFB}" sibTransId="{7511D3E2-CFC3-424C-9CC1-967FA2548F9C}"/>
    <dgm:cxn modelId="{A6EF8EC1-08E1-4030-892D-24D0010B77D0}" type="presOf" srcId="{B63CABD3-A6A9-48CB-B922-DE0B93046144}" destId="{207BF059-304E-49BD-A49E-BC8A43174969}" srcOrd="0" destOrd="0" presId="urn:microsoft.com/office/officeart/2005/8/layout/chevron2"/>
    <dgm:cxn modelId="{891B1DBE-3ECF-4B0E-846C-039319A69B88}" type="presOf" srcId="{D8E3A897-D8F9-4B6B-9247-29E0E260B675}" destId="{55FE0CDB-0CAB-45F6-A096-A7215F6DAACC}" srcOrd="0" destOrd="0" presId="urn:microsoft.com/office/officeart/2005/8/layout/chevron2"/>
    <dgm:cxn modelId="{1EF80F93-44DD-4265-8CC2-AF03FA2FB35A}" srcId="{B63CABD3-A6A9-48CB-B922-DE0B93046144}" destId="{C768C4C5-BFD9-4EE7-A863-FC584D597A18}" srcOrd="0" destOrd="0" parTransId="{8A3A7391-CA9A-47FA-B341-082F181F9DC3}" sibTransId="{02C39D41-82B8-4B30-A3B1-8127AD6F25E6}"/>
    <dgm:cxn modelId="{47FAA1BB-3F4E-41AA-8D77-EB0F9E5B3963}" type="presOf" srcId="{C768C4C5-BFD9-4EE7-A863-FC584D597A18}" destId="{F832B746-07D9-4464-AC60-24601ACF63CE}" srcOrd="0" destOrd="0" presId="urn:microsoft.com/office/officeart/2005/8/layout/chevron2"/>
    <dgm:cxn modelId="{EA554B3E-D479-4852-952C-A273091C3D29}" srcId="{58F7C810-F31B-4B67-B236-CBAD273DC140}" destId="{C5AD730B-1FB4-483E-A5C6-6BFC29EB514C}" srcOrd="2" destOrd="0" parTransId="{0E4D704B-B8FE-48EC-8B70-F4D0E37304D9}" sibTransId="{C8D723D1-FD69-4179-818C-73894B71C28F}"/>
    <dgm:cxn modelId="{A253FC6A-792E-453C-9D0E-6F23B58D736F}" type="presOf" srcId="{F82F8CB1-CE42-46CA-BE4E-943665153730}" destId="{F3C851FB-7D5A-4816-BA1F-9784BFA0BBDD}" srcOrd="0" destOrd="0" presId="urn:microsoft.com/office/officeart/2005/8/layout/chevron2"/>
    <dgm:cxn modelId="{AE422942-76FD-4919-BA62-1B61DE3C9ABE}" type="presOf" srcId="{C5AD730B-1FB4-483E-A5C6-6BFC29EB514C}" destId="{8D5CFAE2-1E55-4E22-BC2B-EE9031B01D33}" srcOrd="0" destOrd="0" presId="urn:microsoft.com/office/officeart/2005/8/layout/chevron2"/>
    <dgm:cxn modelId="{0410338C-47D1-433C-A4E6-42FB4EFEC6A2}" type="presParOf" srcId="{90CECDF4-E7E4-47BF-8055-049F3C967F8A}" destId="{00BEC19C-C7CD-4DB2-BE5D-2B78DA965D9A}" srcOrd="0" destOrd="0" presId="urn:microsoft.com/office/officeart/2005/8/layout/chevron2"/>
    <dgm:cxn modelId="{9298CAD9-E9AE-4203-9B71-49E78643ECF4}" type="presParOf" srcId="{00BEC19C-C7CD-4DB2-BE5D-2B78DA965D9A}" destId="{207BF059-304E-49BD-A49E-BC8A43174969}" srcOrd="0" destOrd="0" presId="urn:microsoft.com/office/officeart/2005/8/layout/chevron2"/>
    <dgm:cxn modelId="{4EBDF61B-DEB5-4862-A7BD-B1E14053B440}" type="presParOf" srcId="{00BEC19C-C7CD-4DB2-BE5D-2B78DA965D9A}" destId="{F832B746-07D9-4464-AC60-24601ACF63CE}" srcOrd="1" destOrd="0" presId="urn:microsoft.com/office/officeart/2005/8/layout/chevron2"/>
    <dgm:cxn modelId="{A8675D70-98BC-4A18-A245-14BCC445529F}" type="presParOf" srcId="{90CECDF4-E7E4-47BF-8055-049F3C967F8A}" destId="{8B373FD4-288F-457F-B117-7D2FCD850D2B}" srcOrd="1" destOrd="0" presId="urn:microsoft.com/office/officeart/2005/8/layout/chevron2"/>
    <dgm:cxn modelId="{4C9AD1C9-7CCC-4999-BE6F-B4A4D5A743DA}" type="presParOf" srcId="{90CECDF4-E7E4-47BF-8055-049F3C967F8A}" destId="{2C1C7088-86F5-454C-A0EA-A5BFB37DD811}" srcOrd="2" destOrd="0" presId="urn:microsoft.com/office/officeart/2005/8/layout/chevron2"/>
    <dgm:cxn modelId="{6B220D9E-C473-48DE-814F-82C00C9BFA5F}" type="presParOf" srcId="{2C1C7088-86F5-454C-A0EA-A5BFB37DD811}" destId="{F31359F6-7542-42DA-AB16-12C35BD36463}" srcOrd="0" destOrd="0" presId="urn:microsoft.com/office/officeart/2005/8/layout/chevron2"/>
    <dgm:cxn modelId="{FD261B93-CF5B-486C-82D2-449B857F660A}" type="presParOf" srcId="{2C1C7088-86F5-454C-A0EA-A5BFB37DD811}" destId="{55FE0CDB-0CAB-45F6-A096-A7215F6DAACC}" srcOrd="1" destOrd="0" presId="urn:microsoft.com/office/officeart/2005/8/layout/chevron2"/>
    <dgm:cxn modelId="{FD204DFC-0C58-4817-A759-9EBDB5F14521}" type="presParOf" srcId="{90CECDF4-E7E4-47BF-8055-049F3C967F8A}" destId="{B92652E1-FD2A-4A0C-AEDA-3FA30F101CE2}" srcOrd="3" destOrd="0" presId="urn:microsoft.com/office/officeart/2005/8/layout/chevron2"/>
    <dgm:cxn modelId="{2C680366-6EC5-433D-805F-8F4AD8F88FC7}" type="presParOf" srcId="{90CECDF4-E7E4-47BF-8055-049F3C967F8A}" destId="{F6A8B2FB-A66D-483C-8671-5DFA7D49C619}" srcOrd="4" destOrd="0" presId="urn:microsoft.com/office/officeart/2005/8/layout/chevron2"/>
    <dgm:cxn modelId="{52085385-8AA9-4E36-AC73-7A83FF398055}" type="presParOf" srcId="{F6A8B2FB-A66D-483C-8671-5DFA7D49C619}" destId="{8D5CFAE2-1E55-4E22-BC2B-EE9031B01D33}" srcOrd="0" destOrd="0" presId="urn:microsoft.com/office/officeart/2005/8/layout/chevron2"/>
    <dgm:cxn modelId="{BB7AF65F-1F5D-4226-863B-9C7390103022}" type="presParOf" srcId="{F6A8B2FB-A66D-483C-8671-5DFA7D49C619}" destId="{F3C851FB-7D5A-4816-BA1F-9784BFA0BBD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9D55E97-A0E9-47AF-A637-0EC721AAFFB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50FE3434-A086-4381-8EC7-A931137B66D4}">
      <dgm:prSet phldrT="[Text]"/>
      <dgm:spPr/>
      <dgm:t>
        <a:bodyPr/>
        <a:lstStyle/>
        <a:p>
          <a:r>
            <a:rPr lang="en-US" b="0" i="0" dirty="0" smtClean="0"/>
            <a:t>Cognitive behavioral therapy (CBT) is a structured, Goal-focused sessions with a therapist to solve current problems.</a:t>
          </a:r>
        </a:p>
      </dgm:t>
    </dgm:pt>
    <dgm:pt modelId="{5990EF71-5BB9-4EDA-ACA2-22E9F7CE8931}" type="parTrans" cxnId="{69C97FC9-C725-4779-81CA-FB85DB5C6815}">
      <dgm:prSet/>
      <dgm:spPr/>
      <dgm:t>
        <a:bodyPr/>
        <a:lstStyle/>
        <a:p>
          <a:endParaRPr lang="en-US"/>
        </a:p>
      </dgm:t>
    </dgm:pt>
    <dgm:pt modelId="{30E8885E-B0E6-42ED-96D6-09EEED495337}" type="sibTrans" cxnId="{69C97FC9-C725-4779-81CA-FB85DB5C6815}">
      <dgm:prSet/>
      <dgm:spPr/>
      <dgm:t>
        <a:bodyPr/>
        <a:lstStyle/>
        <a:p>
          <a:endParaRPr lang="en-US"/>
        </a:p>
      </dgm:t>
    </dgm:pt>
    <dgm:pt modelId="{C56C6341-CE0D-44A3-8013-647F3EDECB77}">
      <dgm:prSet phldrT="[Text]"/>
      <dgm:spPr/>
      <dgm:t>
        <a:bodyPr/>
        <a:lstStyle/>
        <a:p>
          <a:r>
            <a:rPr lang="en-US" dirty="0" smtClean="0"/>
            <a:t>Focuses on changing negative thoughts and behaviors.</a:t>
          </a:r>
        </a:p>
      </dgm:t>
    </dgm:pt>
    <dgm:pt modelId="{D5758121-83E2-4ED9-A587-163F41AA5869}" type="parTrans" cxnId="{AA0E48CD-B15A-42C0-9677-9281A2E4D9DF}">
      <dgm:prSet/>
      <dgm:spPr/>
      <dgm:t>
        <a:bodyPr/>
        <a:lstStyle/>
        <a:p>
          <a:endParaRPr lang="en-US"/>
        </a:p>
      </dgm:t>
    </dgm:pt>
    <dgm:pt modelId="{FA66AF07-2904-42A3-A8D9-C3991E0ACD98}" type="sibTrans" cxnId="{AA0E48CD-B15A-42C0-9677-9281A2E4D9DF}">
      <dgm:prSet/>
      <dgm:spPr/>
      <dgm:t>
        <a:bodyPr/>
        <a:lstStyle/>
        <a:p>
          <a:endParaRPr lang="en-US"/>
        </a:p>
      </dgm:t>
    </dgm:pt>
    <dgm:pt modelId="{D24A7188-FA93-4E92-BA1E-A47449116F0F}">
      <dgm:prSet phldrT="[Text]"/>
      <dgm:spPr/>
      <dgm:t>
        <a:bodyPr/>
        <a:lstStyle/>
        <a:p>
          <a:r>
            <a:rPr lang="en-US" dirty="0" smtClean="0"/>
            <a:t>Teaches practical coping skills provides tools to manage stress, anxiety, and difficult situations.</a:t>
          </a:r>
          <a:endParaRPr lang="en-US" dirty="0"/>
        </a:p>
      </dgm:t>
    </dgm:pt>
    <dgm:pt modelId="{D88E72B0-CB1E-48FB-B5B1-6EC2ED0ABC77}" type="parTrans" cxnId="{8DB0DA52-4DFE-4AE6-AD44-403A5339601C}">
      <dgm:prSet/>
      <dgm:spPr/>
      <dgm:t>
        <a:bodyPr/>
        <a:lstStyle/>
        <a:p>
          <a:endParaRPr lang="en-US"/>
        </a:p>
      </dgm:t>
    </dgm:pt>
    <dgm:pt modelId="{1B42F507-8BCC-4460-B3AA-4C190EEB063C}" type="sibTrans" cxnId="{8DB0DA52-4DFE-4AE6-AD44-403A5339601C}">
      <dgm:prSet/>
      <dgm:spPr/>
      <dgm:t>
        <a:bodyPr/>
        <a:lstStyle/>
        <a:p>
          <a:endParaRPr lang="en-US"/>
        </a:p>
      </dgm:t>
    </dgm:pt>
    <dgm:pt modelId="{A244F24A-3E43-47DD-97B3-DE5886BFF2DC}" type="pres">
      <dgm:prSet presAssocID="{B9D55E97-A0E9-47AF-A637-0EC721AAFFB3}" presName="Name0" presStyleCnt="0">
        <dgm:presLayoutVars>
          <dgm:chMax val="7"/>
          <dgm:chPref val="7"/>
          <dgm:dir/>
        </dgm:presLayoutVars>
      </dgm:prSet>
      <dgm:spPr/>
      <dgm:t>
        <a:bodyPr/>
        <a:lstStyle/>
        <a:p>
          <a:endParaRPr lang="en-US"/>
        </a:p>
      </dgm:t>
    </dgm:pt>
    <dgm:pt modelId="{434E4337-4E10-4AEB-B73B-D5C485F614E6}" type="pres">
      <dgm:prSet presAssocID="{B9D55E97-A0E9-47AF-A637-0EC721AAFFB3}" presName="Name1" presStyleCnt="0"/>
      <dgm:spPr/>
    </dgm:pt>
    <dgm:pt modelId="{C2896BEB-646D-4776-9F41-DADDFA96B05E}" type="pres">
      <dgm:prSet presAssocID="{B9D55E97-A0E9-47AF-A637-0EC721AAFFB3}" presName="cycle" presStyleCnt="0"/>
      <dgm:spPr/>
    </dgm:pt>
    <dgm:pt modelId="{1B1F55CF-EE7C-4B88-BA8F-35C827975D61}" type="pres">
      <dgm:prSet presAssocID="{B9D55E97-A0E9-47AF-A637-0EC721AAFFB3}" presName="srcNode" presStyleLbl="node1" presStyleIdx="0" presStyleCnt="3"/>
      <dgm:spPr/>
    </dgm:pt>
    <dgm:pt modelId="{49724164-32D5-4CA8-9711-DE261FEFDB41}" type="pres">
      <dgm:prSet presAssocID="{B9D55E97-A0E9-47AF-A637-0EC721AAFFB3}" presName="conn" presStyleLbl="parChTrans1D2" presStyleIdx="0" presStyleCnt="1"/>
      <dgm:spPr/>
      <dgm:t>
        <a:bodyPr/>
        <a:lstStyle/>
        <a:p>
          <a:endParaRPr lang="en-US"/>
        </a:p>
      </dgm:t>
    </dgm:pt>
    <dgm:pt modelId="{9F64E8BC-5FF4-4CAC-A12B-D3544EA942FF}" type="pres">
      <dgm:prSet presAssocID="{B9D55E97-A0E9-47AF-A637-0EC721AAFFB3}" presName="extraNode" presStyleLbl="node1" presStyleIdx="0" presStyleCnt="3"/>
      <dgm:spPr/>
    </dgm:pt>
    <dgm:pt modelId="{3585C432-B7CC-4F48-97A3-34AFCC468C7E}" type="pres">
      <dgm:prSet presAssocID="{B9D55E97-A0E9-47AF-A637-0EC721AAFFB3}" presName="dstNode" presStyleLbl="node1" presStyleIdx="0" presStyleCnt="3"/>
      <dgm:spPr/>
    </dgm:pt>
    <dgm:pt modelId="{F795DFF8-D044-489E-9715-B0AC79CFCCCA}" type="pres">
      <dgm:prSet presAssocID="{50FE3434-A086-4381-8EC7-A931137B66D4}" presName="text_1" presStyleLbl="node1" presStyleIdx="0" presStyleCnt="3">
        <dgm:presLayoutVars>
          <dgm:bulletEnabled val="1"/>
        </dgm:presLayoutVars>
      </dgm:prSet>
      <dgm:spPr/>
      <dgm:t>
        <a:bodyPr/>
        <a:lstStyle/>
        <a:p>
          <a:endParaRPr lang="en-US"/>
        </a:p>
      </dgm:t>
    </dgm:pt>
    <dgm:pt modelId="{BA76DF59-A81B-4C72-B74D-978DA67A1E79}" type="pres">
      <dgm:prSet presAssocID="{50FE3434-A086-4381-8EC7-A931137B66D4}" presName="accent_1" presStyleCnt="0"/>
      <dgm:spPr/>
    </dgm:pt>
    <dgm:pt modelId="{C24494A1-A9D5-4BFC-A641-8FE18B16E776}" type="pres">
      <dgm:prSet presAssocID="{50FE3434-A086-4381-8EC7-A931137B66D4}" presName="accentRepeatNode" presStyleLbl="solidFgAcc1" presStyleIdx="0" presStyleCnt="3"/>
      <dgm:spPr/>
    </dgm:pt>
    <dgm:pt modelId="{F123F899-E0F0-4CA2-9226-0BB5B408A3C3}" type="pres">
      <dgm:prSet presAssocID="{C56C6341-CE0D-44A3-8013-647F3EDECB77}" presName="text_2" presStyleLbl="node1" presStyleIdx="1" presStyleCnt="3">
        <dgm:presLayoutVars>
          <dgm:bulletEnabled val="1"/>
        </dgm:presLayoutVars>
      </dgm:prSet>
      <dgm:spPr/>
      <dgm:t>
        <a:bodyPr/>
        <a:lstStyle/>
        <a:p>
          <a:endParaRPr lang="en-US"/>
        </a:p>
      </dgm:t>
    </dgm:pt>
    <dgm:pt modelId="{511DDFA1-216F-4651-A369-21706F138C96}" type="pres">
      <dgm:prSet presAssocID="{C56C6341-CE0D-44A3-8013-647F3EDECB77}" presName="accent_2" presStyleCnt="0"/>
      <dgm:spPr/>
    </dgm:pt>
    <dgm:pt modelId="{2279C44C-DDF4-4846-B645-9C54B42FF1E2}" type="pres">
      <dgm:prSet presAssocID="{C56C6341-CE0D-44A3-8013-647F3EDECB77}" presName="accentRepeatNode" presStyleLbl="solidFgAcc1" presStyleIdx="1" presStyleCnt="3"/>
      <dgm:spPr/>
    </dgm:pt>
    <dgm:pt modelId="{9A28A6F6-021F-4B7F-99A3-0DAFC749B686}" type="pres">
      <dgm:prSet presAssocID="{D24A7188-FA93-4E92-BA1E-A47449116F0F}" presName="text_3" presStyleLbl="node1" presStyleIdx="2" presStyleCnt="3">
        <dgm:presLayoutVars>
          <dgm:bulletEnabled val="1"/>
        </dgm:presLayoutVars>
      </dgm:prSet>
      <dgm:spPr/>
      <dgm:t>
        <a:bodyPr/>
        <a:lstStyle/>
        <a:p>
          <a:endParaRPr lang="en-US"/>
        </a:p>
      </dgm:t>
    </dgm:pt>
    <dgm:pt modelId="{A0ED6424-5970-4F38-9EE4-BDD83781D4D8}" type="pres">
      <dgm:prSet presAssocID="{D24A7188-FA93-4E92-BA1E-A47449116F0F}" presName="accent_3" presStyleCnt="0"/>
      <dgm:spPr/>
    </dgm:pt>
    <dgm:pt modelId="{6DDC84C9-FE18-4B77-AAAE-C85B7732CAE2}" type="pres">
      <dgm:prSet presAssocID="{D24A7188-FA93-4E92-BA1E-A47449116F0F}" presName="accentRepeatNode" presStyleLbl="solidFgAcc1" presStyleIdx="2" presStyleCnt="3"/>
      <dgm:spPr/>
    </dgm:pt>
  </dgm:ptLst>
  <dgm:cxnLst>
    <dgm:cxn modelId="{12A12F9A-D8CE-454A-9530-18E4F0E308C6}" type="presOf" srcId="{50FE3434-A086-4381-8EC7-A931137B66D4}" destId="{F795DFF8-D044-489E-9715-B0AC79CFCCCA}" srcOrd="0" destOrd="0" presId="urn:microsoft.com/office/officeart/2008/layout/VerticalCurvedList"/>
    <dgm:cxn modelId="{AA0E48CD-B15A-42C0-9677-9281A2E4D9DF}" srcId="{B9D55E97-A0E9-47AF-A637-0EC721AAFFB3}" destId="{C56C6341-CE0D-44A3-8013-647F3EDECB77}" srcOrd="1" destOrd="0" parTransId="{D5758121-83E2-4ED9-A587-163F41AA5869}" sibTransId="{FA66AF07-2904-42A3-A8D9-C3991E0ACD98}"/>
    <dgm:cxn modelId="{27DE47D8-D67F-4278-81C9-E40DE44C9089}" type="presOf" srcId="{C56C6341-CE0D-44A3-8013-647F3EDECB77}" destId="{F123F899-E0F0-4CA2-9226-0BB5B408A3C3}" srcOrd="0" destOrd="0" presId="urn:microsoft.com/office/officeart/2008/layout/VerticalCurvedList"/>
    <dgm:cxn modelId="{1846787A-AA53-47E9-8698-B24F14C63948}" type="presOf" srcId="{30E8885E-B0E6-42ED-96D6-09EEED495337}" destId="{49724164-32D5-4CA8-9711-DE261FEFDB41}" srcOrd="0" destOrd="0" presId="urn:microsoft.com/office/officeart/2008/layout/VerticalCurvedList"/>
    <dgm:cxn modelId="{9FB7DCB6-0791-4BE3-AE96-24A7FDA74087}" type="presOf" srcId="{D24A7188-FA93-4E92-BA1E-A47449116F0F}" destId="{9A28A6F6-021F-4B7F-99A3-0DAFC749B686}" srcOrd="0" destOrd="0" presId="urn:microsoft.com/office/officeart/2008/layout/VerticalCurvedList"/>
    <dgm:cxn modelId="{C3564ECB-91E6-4F27-94DB-2F79383641A5}" type="presOf" srcId="{B9D55E97-A0E9-47AF-A637-0EC721AAFFB3}" destId="{A244F24A-3E43-47DD-97B3-DE5886BFF2DC}" srcOrd="0" destOrd="0" presId="urn:microsoft.com/office/officeart/2008/layout/VerticalCurvedList"/>
    <dgm:cxn modelId="{8DB0DA52-4DFE-4AE6-AD44-403A5339601C}" srcId="{B9D55E97-A0E9-47AF-A637-0EC721AAFFB3}" destId="{D24A7188-FA93-4E92-BA1E-A47449116F0F}" srcOrd="2" destOrd="0" parTransId="{D88E72B0-CB1E-48FB-B5B1-6EC2ED0ABC77}" sibTransId="{1B42F507-8BCC-4460-B3AA-4C190EEB063C}"/>
    <dgm:cxn modelId="{69C97FC9-C725-4779-81CA-FB85DB5C6815}" srcId="{B9D55E97-A0E9-47AF-A637-0EC721AAFFB3}" destId="{50FE3434-A086-4381-8EC7-A931137B66D4}" srcOrd="0" destOrd="0" parTransId="{5990EF71-5BB9-4EDA-ACA2-22E9F7CE8931}" sibTransId="{30E8885E-B0E6-42ED-96D6-09EEED495337}"/>
    <dgm:cxn modelId="{8173C6C5-CAD4-4B7C-95A2-AEEC7E2B2B9B}" type="presParOf" srcId="{A244F24A-3E43-47DD-97B3-DE5886BFF2DC}" destId="{434E4337-4E10-4AEB-B73B-D5C485F614E6}" srcOrd="0" destOrd="0" presId="urn:microsoft.com/office/officeart/2008/layout/VerticalCurvedList"/>
    <dgm:cxn modelId="{96498E62-2E89-4407-8942-C9E8D7FDF929}" type="presParOf" srcId="{434E4337-4E10-4AEB-B73B-D5C485F614E6}" destId="{C2896BEB-646D-4776-9F41-DADDFA96B05E}" srcOrd="0" destOrd="0" presId="urn:microsoft.com/office/officeart/2008/layout/VerticalCurvedList"/>
    <dgm:cxn modelId="{68DF41E6-FEFC-406B-953D-7D5C07D634AF}" type="presParOf" srcId="{C2896BEB-646D-4776-9F41-DADDFA96B05E}" destId="{1B1F55CF-EE7C-4B88-BA8F-35C827975D61}" srcOrd="0" destOrd="0" presId="urn:microsoft.com/office/officeart/2008/layout/VerticalCurvedList"/>
    <dgm:cxn modelId="{2AABC4AB-02EB-411D-A780-1638B8A6FA03}" type="presParOf" srcId="{C2896BEB-646D-4776-9F41-DADDFA96B05E}" destId="{49724164-32D5-4CA8-9711-DE261FEFDB41}" srcOrd="1" destOrd="0" presId="urn:microsoft.com/office/officeart/2008/layout/VerticalCurvedList"/>
    <dgm:cxn modelId="{A616C072-B676-4B6A-909A-1A2EB41EAC0C}" type="presParOf" srcId="{C2896BEB-646D-4776-9F41-DADDFA96B05E}" destId="{9F64E8BC-5FF4-4CAC-A12B-D3544EA942FF}" srcOrd="2" destOrd="0" presId="urn:microsoft.com/office/officeart/2008/layout/VerticalCurvedList"/>
    <dgm:cxn modelId="{52D1518F-42E1-41E0-981B-564797808453}" type="presParOf" srcId="{C2896BEB-646D-4776-9F41-DADDFA96B05E}" destId="{3585C432-B7CC-4F48-97A3-34AFCC468C7E}" srcOrd="3" destOrd="0" presId="urn:microsoft.com/office/officeart/2008/layout/VerticalCurvedList"/>
    <dgm:cxn modelId="{F5AB9ABA-22A1-4218-9D9F-0BF812395AA9}" type="presParOf" srcId="{434E4337-4E10-4AEB-B73B-D5C485F614E6}" destId="{F795DFF8-D044-489E-9715-B0AC79CFCCCA}" srcOrd="1" destOrd="0" presId="urn:microsoft.com/office/officeart/2008/layout/VerticalCurvedList"/>
    <dgm:cxn modelId="{18D8DF8A-4CAC-47C8-9E2F-43C2753F2A64}" type="presParOf" srcId="{434E4337-4E10-4AEB-B73B-D5C485F614E6}" destId="{BA76DF59-A81B-4C72-B74D-978DA67A1E79}" srcOrd="2" destOrd="0" presId="urn:microsoft.com/office/officeart/2008/layout/VerticalCurvedList"/>
    <dgm:cxn modelId="{1C2C00E5-3D2D-4CA1-AE35-C76649BB05BF}" type="presParOf" srcId="{BA76DF59-A81B-4C72-B74D-978DA67A1E79}" destId="{C24494A1-A9D5-4BFC-A641-8FE18B16E776}" srcOrd="0" destOrd="0" presId="urn:microsoft.com/office/officeart/2008/layout/VerticalCurvedList"/>
    <dgm:cxn modelId="{D4CD441C-ADF9-431B-BFC7-6BF1B23695E1}" type="presParOf" srcId="{434E4337-4E10-4AEB-B73B-D5C485F614E6}" destId="{F123F899-E0F0-4CA2-9226-0BB5B408A3C3}" srcOrd="3" destOrd="0" presId="urn:microsoft.com/office/officeart/2008/layout/VerticalCurvedList"/>
    <dgm:cxn modelId="{F2BC57C2-492E-45C3-857A-30F6BB4D9997}" type="presParOf" srcId="{434E4337-4E10-4AEB-B73B-D5C485F614E6}" destId="{511DDFA1-216F-4651-A369-21706F138C96}" srcOrd="4" destOrd="0" presId="urn:microsoft.com/office/officeart/2008/layout/VerticalCurvedList"/>
    <dgm:cxn modelId="{E4DC593C-FB91-4043-A5B6-0196A915C9BF}" type="presParOf" srcId="{511DDFA1-216F-4651-A369-21706F138C96}" destId="{2279C44C-DDF4-4846-B645-9C54B42FF1E2}" srcOrd="0" destOrd="0" presId="urn:microsoft.com/office/officeart/2008/layout/VerticalCurvedList"/>
    <dgm:cxn modelId="{8AAB6039-1275-4F7E-A3E8-CFFE4B612D3D}" type="presParOf" srcId="{434E4337-4E10-4AEB-B73B-D5C485F614E6}" destId="{9A28A6F6-021F-4B7F-99A3-0DAFC749B686}" srcOrd="5" destOrd="0" presId="urn:microsoft.com/office/officeart/2008/layout/VerticalCurvedList"/>
    <dgm:cxn modelId="{3C5D166F-CDD8-47BF-A819-E14E8214D624}" type="presParOf" srcId="{434E4337-4E10-4AEB-B73B-D5C485F614E6}" destId="{A0ED6424-5970-4F38-9EE4-BDD83781D4D8}" srcOrd="6" destOrd="0" presId="urn:microsoft.com/office/officeart/2008/layout/VerticalCurvedList"/>
    <dgm:cxn modelId="{85187EF9-E46C-4D56-A0DE-EBE6E05600BC}" type="presParOf" srcId="{A0ED6424-5970-4F38-9EE4-BDD83781D4D8}" destId="{6DDC84C9-FE18-4B77-AAAE-C85B7732CAE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08580B0-2020-4CEF-ACA1-CDCCD274922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5AF30910-8504-46F9-AE12-294BAF681BDC}">
      <dgm:prSet phldrT="[Text]"/>
      <dgm:spPr/>
      <dgm:t>
        <a:bodyPr/>
        <a:lstStyle/>
        <a:p>
          <a:r>
            <a:rPr lang="en-US" b="0" i="0" dirty="0" smtClean="0"/>
            <a:t>CBT effectively treats a wide range of clinical disorders like depression and anxiety, as well as common life challenges such as stress and grief.</a:t>
          </a:r>
          <a:endParaRPr lang="en-US" dirty="0"/>
        </a:p>
      </dgm:t>
    </dgm:pt>
    <dgm:pt modelId="{8F2FE3E9-2D04-4F8C-9FE9-8450D294B397}" type="parTrans" cxnId="{01AA052B-44FB-4234-9FC9-F78031402A5E}">
      <dgm:prSet/>
      <dgm:spPr/>
      <dgm:t>
        <a:bodyPr/>
        <a:lstStyle/>
        <a:p>
          <a:endParaRPr lang="en-US"/>
        </a:p>
      </dgm:t>
    </dgm:pt>
    <dgm:pt modelId="{E36291E1-C48F-44A3-B17E-11C04DF01DAB}" type="sibTrans" cxnId="{01AA052B-44FB-4234-9FC9-F78031402A5E}">
      <dgm:prSet/>
      <dgm:spPr/>
      <dgm:t>
        <a:bodyPr/>
        <a:lstStyle/>
        <a:p>
          <a:endParaRPr lang="en-US"/>
        </a:p>
      </dgm:t>
    </dgm:pt>
    <dgm:pt modelId="{A1B1E9D9-D2D2-4881-B528-49255690BE9E}">
      <dgm:prSet phldrT="[Text]"/>
      <dgm:spPr/>
      <dgm:t>
        <a:bodyPr/>
        <a:lstStyle/>
        <a:p>
          <a:r>
            <a:rPr lang="en-US" b="0" i="0" dirty="0" smtClean="0"/>
            <a:t>It is a collaborative process where a trained therapist guides you to build self-awareness and develop practical, healthier coping skills.</a:t>
          </a:r>
          <a:endParaRPr lang="en-US" dirty="0"/>
        </a:p>
      </dgm:t>
    </dgm:pt>
    <dgm:pt modelId="{AD5D7071-1F32-4410-BF24-682F39B96F7B}" type="parTrans" cxnId="{0FD883F9-2BAD-446B-A1DE-B859B77F5401}">
      <dgm:prSet/>
      <dgm:spPr/>
      <dgm:t>
        <a:bodyPr/>
        <a:lstStyle/>
        <a:p>
          <a:endParaRPr lang="en-US"/>
        </a:p>
      </dgm:t>
    </dgm:pt>
    <dgm:pt modelId="{5F8A42D8-0700-4504-835B-9F41D6D3E575}" type="sibTrans" cxnId="{0FD883F9-2BAD-446B-A1DE-B859B77F5401}">
      <dgm:prSet/>
      <dgm:spPr/>
      <dgm:t>
        <a:bodyPr/>
        <a:lstStyle/>
        <a:p>
          <a:endParaRPr lang="en-US"/>
        </a:p>
      </dgm:t>
    </dgm:pt>
    <dgm:pt modelId="{6ED0AFC1-E8E4-4DCC-A061-549A89FF1DDA}">
      <dgm:prSet phldrT="[Text]"/>
      <dgm:spPr/>
      <dgm:t>
        <a:bodyPr/>
        <a:lstStyle/>
        <a:p>
          <a:r>
            <a:rPr lang="en-US" b="0" i="0" dirty="0" smtClean="0"/>
            <a:t>Accessing proper care requires actively seeking qualified professionals and verifying their credentials and experience with your specific concerns.</a:t>
          </a:r>
        </a:p>
        <a:p>
          <a:endParaRPr lang="en-US" dirty="0"/>
        </a:p>
      </dgm:t>
    </dgm:pt>
    <dgm:pt modelId="{8A5FFEDF-9C9E-4868-8898-0DD1E070BEE8}" type="parTrans" cxnId="{74680683-3FB7-4F8C-A930-C28E756DE7C1}">
      <dgm:prSet/>
      <dgm:spPr/>
      <dgm:t>
        <a:bodyPr/>
        <a:lstStyle/>
        <a:p>
          <a:endParaRPr lang="en-US"/>
        </a:p>
      </dgm:t>
    </dgm:pt>
    <dgm:pt modelId="{CE1DFFC1-A495-43A7-90BE-20E4506D87FF}" type="sibTrans" cxnId="{74680683-3FB7-4F8C-A930-C28E756DE7C1}">
      <dgm:prSet/>
      <dgm:spPr/>
      <dgm:t>
        <a:bodyPr/>
        <a:lstStyle/>
        <a:p>
          <a:endParaRPr lang="en-US"/>
        </a:p>
      </dgm:t>
    </dgm:pt>
    <dgm:pt modelId="{1DAEC38D-19AA-422B-925C-24880411FD12}" type="pres">
      <dgm:prSet presAssocID="{D08580B0-2020-4CEF-ACA1-CDCCD274922F}" presName="Name0" presStyleCnt="0">
        <dgm:presLayoutVars>
          <dgm:dir/>
          <dgm:resizeHandles val="exact"/>
        </dgm:presLayoutVars>
      </dgm:prSet>
      <dgm:spPr/>
      <dgm:t>
        <a:bodyPr/>
        <a:lstStyle/>
        <a:p>
          <a:endParaRPr lang="en-US"/>
        </a:p>
      </dgm:t>
    </dgm:pt>
    <dgm:pt modelId="{1E1869E0-A329-4C5C-86B6-48077450F696}" type="pres">
      <dgm:prSet presAssocID="{5AF30910-8504-46F9-AE12-294BAF681BDC}" presName="node" presStyleLbl="node1" presStyleIdx="0" presStyleCnt="3">
        <dgm:presLayoutVars>
          <dgm:bulletEnabled val="1"/>
        </dgm:presLayoutVars>
      </dgm:prSet>
      <dgm:spPr/>
      <dgm:t>
        <a:bodyPr/>
        <a:lstStyle/>
        <a:p>
          <a:endParaRPr lang="en-US"/>
        </a:p>
      </dgm:t>
    </dgm:pt>
    <dgm:pt modelId="{3915362A-E239-490F-9949-4ADE8139ED0E}" type="pres">
      <dgm:prSet presAssocID="{E36291E1-C48F-44A3-B17E-11C04DF01DAB}" presName="sibTrans" presStyleCnt="0"/>
      <dgm:spPr/>
    </dgm:pt>
    <dgm:pt modelId="{0A78A0B6-6A26-43D8-A651-6BFF69A71DAE}" type="pres">
      <dgm:prSet presAssocID="{A1B1E9D9-D2D2-4881-B528-49255690BE9E}" presName="node" presStyleLbl="node1" presStyleIdx="1" presStyleCnt="3">
        <dgm:presLayoutVars>
          <dgm:bulletEnabled val="1"/>
        </dgm:presLayoutVars>
      </dgm:prSet>
      <dgm:spPr/>
      <dgm:t>
        <a:bodyPr/>
        <a:lstStyle/>
        <a:p>
          <a:endParaRPr lang="en-US"/>
        </a:p>
      </dgm:t>
    </dgm:pt>
    <dgm:pt modelId="{E9DA97B6-C6F6-4022-85C4-716DEA0F01E1}" type="pres">
      <dgm:prSet presAssocID="{5F8A42D8-0700-4504-835B-9F41D6D3E575}" presName="sibTrans" presStyleCnt="0"/>
      <dgm:spPr/>
    </dgm:pt>
    <dgm:pt modelId="{36D559CC-5880-424B-938E-F0FEBFF9D4B7}" type="pres">
      <dgm:prSet presAssocID="{6ED0AFC1-E8E4-4DCC-A061-549A89FF1DDA}" presName="node" presStyleLbl="node1" presStyleIdx="2" presStyleCnt="3">
        <dgm:presLayoutVars>
          <dgm:bulletEnabled val="1"/>
        </dgm:presLayoutVars>
      </dgm:prSet>
      <dgm:spPr/>
      <dgm:t>
        <a:bodyPr/>
        <a:lstStyle/>
        <a:p>
          <a:endParaRPr lang="en-US"/>
        </a:p>
      </dgm:t>
    </dgm:pt>
  </dgm:ptLst>
  <dgm:cxnLst>
    <dgm:cxn modelId="{7735FB87-F208-4388-B779-610FE06B5A92}" type="presOf" srcId="{6ED0AFC1-E8E4-4DCC-A061-549A89FF1DDA}" destId="{36D559CC-5880-424B-938E-F0FEBFF9D4B7}" srcOrd="0" destOrd="0" presId="urn:microsoft.com/office/officeart/2005/8/layout/hList6"/>
    <dgm:cxn modelId="{74680683-3FB7-4F8C-A930-C28E756DE7C1}" srcId="{D08580B0-2020-4CEF-ACA1-CDCCD274922F}" destId="{6ED0AFC1-E8E4-4DCC-A061-549A89FF1DDA}" srcOrd="2" destOrd="0" parTransId="{8A5FFEDF-9C9E-4868-8898-0DD1E070BEE8}" sibTransId="{CE1DFFC1-A495-43A7-90BE-20E4506D87FF}"/>
    <dgm:cxn modelId="{B843ED46-6CDB-4E4E-97E9-BD780D5BE718}" type="presOf" srcId="{5AF30910-8504-46F9-AE12-294BAF681BDC}" destId="{1E1869E0-A329-4C5C-86B6-48077450F696}" srcOrd="0" destOrd="0" presId="urn:microsoft.com/office/officeart/2005/8/layout/hList6"/>
    <dgm:cxn modelId="{886287F7-7DD6-4FF0-9762-DB2B728B05C2}" type="presOf" srcId="{A1B1E9D9-D2D2-4881-B528-49255690BE9E}" destId="{0A78A0B6-6A26-43D8-A651-6BFF69A71DAE}" srcOrd="0" destOrd="0" presId="urn:microsoft.com/office/officeart/2005/8/layout/hList6"/>
    <dgm:cxn modelId="{0FD883F9-2BAD-446B-A1DE-B859B77F5401}" srcId="{D08580B0-2020-4CEF-ACA1-CDCCD274922F}" destId="{A1B1E9D9-D2D2-4881-B528-49255690BE9E}" srcOrd="1" destOrd="0" parTransId="{AD5D7071-1F32-4410-BF24-682F39B96F7B}" sibTransId="{5F8A42D8-0700-4504-835B-9F41D6D3E575}"/>
    <dgm:cxn modelId="{45040756-9388-48D3-A39A-368B3E2B0379}" type="presOf" srcId="{D08580B0-2020-4CEF-ACA1-CDCCD274922F}" destId="{1DAEC38D-19AA-422B-925C-24880411FD12}" srcOrd="0" destOrd="0" presId="urn:microsoft.com/office/officeart/2005/8/layout/hList6"/>
    <dgm:cxn modelId="{01AA052B-44FB-4234-9FC9-F78031402A5E}" srcId="{D08580B0-2020-4CEF-ACA1-CDCCD274922F}" destId="{5AF30910-8504-46F9-AE12-294BAF681BDC}" srcOrd="0" destOrd="0" parTransId="{8F2FE3E9-2D04-4F8C-9FE9-8450D294B397}" sibTransId="{E36291E1-C48F-44A3-B17E-11C04DF01DAB}"/>
    <dgm:cxn modelId="{FC58C4D3-34F2-4DFB-8BB3-6BB940DBAD21}" type="presParOf" srcId="{1DAEC38D-19AA-422B-925C-24880411FD12}" destId="{1E1869E0-A329-4C5C-86B6-48077450F696}" srcOrd="0" destOrd="0" presId="urn:microsoft.com/office/officeart/2005/8/layout/hList6"/>
    <dgm:cxn modelId="{DF731CE3-6067-4DDF-A68E-D4CD3695F3BC}" type="presParOf" srcId="{1DAEC38D-19AA-422B-925C-24880411FD12}" destId="{3915362A-E239-490F-9949-4ADE8139ED0E}" srcOrd="1" destOrd="0" presId="urn:microsoft.com/office/officeart/2005/8/layout/hList6"/>
    <dgm:cxn modelId="{705C87CB-6784-4E1C-9F2C-608DDE4CE70D}" type="presParOf" srcId="{1DAEC38D-19AA-422B-925C-24880411FD12}" destId="{0A78A0B6-6A26-43D8-A651-6BFF69A71DAE}" srcOrd="2" destOrd="0" presId="urn:microsoft.com/office/officeart/2005/8/layout/hList6"/>
    <dgm:cxn modelId="{9FE73EF9-83BC-4617-B8DD-85ED523E9AFC}" type="presParOf" srcId="{1DAEC38D-19AA-422B-925C-24880411FD12}" destId="{E9DA97B6-C6F6-4022-85C4-716DEA0F01E1}" srcOrd="3" destOrd="0" presId="urn:microsoft.com/office/officeart/2005/8/layout/hList6"/>
    <dgm:cxn modelId="{C6D28025-668F-4E0C-8B7C-987242499841}" type="presParOf" srcId="{1DAEC38D-19AA-422B-925C-24880411FD12}" destId="{36D559CC-5880-424B-938E-F0FEBFF9D4B7}"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FD35E6A-E428-4CB5-9B0A-28CA4B394150}" type="doc">
      <dgm:prSet loTypeId="urn:microsoft.com/office/officeart/2005/8/layout/hProcess9" loCatId="process" qsTypeId="urn:microsoft.com/office/officeart/2005/8/quickstyle/simple1" qsCatId="simple" csTypeId="urn:microsoft.com/office/officeart/2005/8/colors/accent1_2" csCatId="accent1" phldr="1"/>
      <dgm:spPr/>
    </dgm:pt>
    <dgm:pt modelId="{34848C95-E8F8-4226-949F-B007888EDA02}">
      <dgm:prSet phldrT="[Text]"/>
      <dgm:spPr/>
      <dgm:t>
        <a:bodyPr/>
        <a:lstStyle/>
        <a:p>
          <a:r>
            <a:rPr lang="en-US" dirty="0" smtClean="0"/>
            <a:t>High cost and limited availability of trained therapists.</a:t>
          </a:r>
        </a:p>
      </dgm:t>
    </dgm:pt>
    <dgm:pt modelId="{8E16CAC8-FFB1-4D66-99D1-E4AD6FBAB820}" type="parTrans" cxnId="{4EB20E49-B7A8-4191-8CB2-9894AC3E8F95}">
      <dgm:prSet/>
      <dgm:spPr/>
      <dgm:t>
        <a:bodyPr/>
        <a:lstStyle/>
        <a:p>
          <a:endParaRPr lang="en-US"/>
        </a:p>
      </dgm:t>
    </dgm:pt>
    <dgm:pt modelId="{ACD1D368-A350-4B6D-9412-3FC97A1CDEDA}" type="sibTrans" cxnId="{4EB20E49-B7A8-4191-8CB2-9894AC3E8F95}">
      <dgm:prSet/>
      <dgm:spPr/>
      <dgm:t>
        <a:bodyPr/>
        <a:lstStyle/>
        <a:p>
          <a:endParaRPr lang="en-US"/>
        </a:p>
      </dgm:t>
    </dgm:pt>
    <dgm:pt modelId="{BFED59AC-D1BB-462E-ACAB-23D468A4D9B4}">
      <dgm:prSet phldrT="[Text]"/>
      <dgm:spPr/>
      <dgm:t>
        <a:bodyPr/>
        <a:lstStyle/>
        <a:p>
          <a:r>
            <a:rPr lang="en-US" dirty="0" smtClean="0"/>
            <a:t>Stigma associated with visiting mental health professionals.</a:t>
          </a:r>
        </a:p>
      </dgm:t>
    </dgm:pt>
    <dgm:pt modelId="{363E4C7B-A1B2-42A1-9220-611CECC0D831}" type="parTrans" cxnId="{644B8681-D20B-4092-9F42-AF601ED13EE7}">
      <dgm:prSet/>
      <dgm:spPr/>
      <dgm:t>
        <a:bodyPr/>
        <a:lstStyle/>
        <a:p>
          <a:endParaRPr lang="en-US"/>
        </a:p>
      </dgm:t>
    </dgm:pt>
    <dgm:pt modelId="{315F55FD-CA71-4E74-8CD2-8D76D28ACDAD}" type="sibTrans" cxnId="{644B8681-D20B-4092-9F42-AF601ED13EE7}">
      <dgm:prSet/>
      <dgm:spPr/>
      <dgm:t>
        <a:bodyPr/>
        <a:lstStyle/>
        <a:p>
          <a:endParaRPr lang="en-US"/>
        </a:p>
      </dgm:t>
    </dgm:pt>
    <dgm:pt modelId="{EA4EC20B-6350-458C-8C46-2D843F3025B9}">
      <dgm:prSet phldrT="[Text]"/>
      <dgm:spPr/>
      <dgm:t>
        <a:bodyPr/>
        <a:lstStyle/>
        <a:p>
          <a:r>
            <a:rPr lang="en-US" dirty="0" smtClean="0"/>
            <a:t>Lack of awareness, family, and society support to overcome the disease in adolescents.</a:t>
          </a:r>
        </a:p>
      </dgm:t>
    </dgm:pt>
    <dgm:pt modelId="{92FEBEA2-D9E0-49D1-B1A9-70E04856DD1A}" type="parTrans" cxnId="{AD42ADB7-9FB1-48A2-BBA5-5CC4FE9FA228}">
      <dgm:prSet/>
      <dgm:spPr/>
      <dgm:t>
        <a:bodyPr/>
        <a:lstStyle/>
        <a:p>
          <a:endParaRPr lang="en-US"/>
        </a:p>
      </dgm:t>
    </dgm:pt>
    <dgm:pt modelId="{8E700021-7A33-41C0-AE1D-360F4D4CABD5}" type="sibTrans" cxnId="{AD42ADB7-9FB1-48A2-BBA5-5CC4FE9FA228}">
      <dgm:prSet/>
      <dgm:spPr/>
      <dgm:t>
        <a:bodyPr/>
        <a:lstStyle/>
        <a:p>
          <a:endParaRPr lang="en-US"/>
        </a:p>
      </dgm:t>
    </dgm:pt>
    <dgm:pt modelId="{1D0E92D2-1A38-4019-9223-17365C602BAC}" type="pres">
      <dgm:prSet presAssocID="{7FD35E6A-E428-4CB5-9B0A-28CA4B394150}" presName="CompostProcess" presStyleCnt="0">
        <dgm:presLayoutVars>
          <dgm:dir/>
          <dgm:resizeHandles val="exact"/>
        </dgm:presLayoutVars>
      </dgm:prSet>
      <dgm:spPr/>
    </dgm:pt>
    <dgm:pt modelId="{54EF0E97-9793-4604-934F-B793CE82F42B}" type="pres">
      <dgm:prSet presAssocID="{7FD35E6A-E428-4CB5-9B0A-28CA4B394150}" presName="arrow" presStyleLbl="bgShp" presStyleIdx="0" presStyleCnt="1"/>
      <dgm:spPr/>
    </dgm:pt>
    <dgm:pt modelId="{6512675A-5FC9-4263-918A-0C9BB2713599}" type="pres">
      <dgm:prSet presAssocID="{7FD35E6A-E428-4CB5-9B0A-28CA4B394150}" presName="linearProcess" presStyleCnt="0"/>
      <dgm:spPr/>
    </dgm:pt>
    <dgm:pt modelId="{9D1E6008-F8E1-4943-A593-E55836697320}" type="pres">
      <dgm:prSet presAssocID="{34848C95-E8F8-4226-949F-B007888EDA02}" presName="textNode" presStyleLbl="node1" presStyleIdx="0" presStyleCnt="3">
        <dgm:presLayoutVars>
          <dgm:bulletEnabled val="1"/>
        </dgm:presLayoutVars>
      </dgm:prSet>
      <dgm:spPr/>
      <dgm:t>
        <a:bodyPr/>
        <a:lstStyle/>
        <a:p>
          <a:endParaRPr lang="en-US"/>
        </a:p>
      </dgm:t>
    </dgm:pt>
    <dgm:pt modelId="{3436E8F7-1E53-4BBD-9A1B-768596D76E28}" type="pres">
      <dgm:prSet presAssocID="{ACD1D368-A350-4B6D-9412-3FC97A1CDEDA}" presName="sibTrans" presStyleCnt="0"/>
      <dgm:spPr/>
    </dgm:pt>
    <dgm:pt modelId="{171F5DE7-7D1F-4106-8EDA-91A286AE4F86}" type="pres">
      <dgm:prSet presAssocID="{BFED59AC-D1BB-462E-ACAB-23D468A4D9B4}" presName="textNode" presStyleLbl="node1" presStyleIdx="1" presStyleCnt="3">
        <dgm:presLayoutVars>
          <dgm:bulletEnabled val="1"/>
        </dgm:presLayoutVars>
      </dgm:prSet>
      <dgm:spPr/>
      <dgm:t>
        <a:bodyPr/>
        <a:lstStyle/>
        <a:p>
          <a:endParaRPr lang="en-US"/>
        </a:p>
      </dgm:t>
    </dgm:pt>
    <dgm:pt modelId="{FF4F6095-ABDB-4034-94F4-63DDD597F285}" type="pres">
      <dgm:prSet presAssocID="{315F55FD-CA71-4E74-8CD2-8D76D28ACDAD}" presName="sibTrans" presStyleCnt="0"/>
      <dgm:spPr/>
    </dgm:pt>
    <dgm:pt modelId="{D1E1B347-97CE-4A87-A796-C48C08074BC2}" type="pres">
      <dgm:prSet presAssocID="{EA4EC20B-6350-458C-8C46-2D843F3025B9}" presName="textNode" presStyleLbl="node1" presStyleIdx="2" presStyleCnt="3">
        <dgm:presLayoutVars>
          <dgm:bulletEnabled val="1"/>
        </dgm:presLayoutVars>
      </dgm:prSet>
      <dgm:spPr/>
      <dgm:t>
        <a:bodyPr/>
        <a:lstStyle/>
        <a:p>
          <a:endParaRPr lang="en-US"/>
        </a:p>
      </dgm:t>
    </dgm:pt>
  </dgm:ptLst>
  <dgm:cxnLst>
    <dgm:cxn modelId="{17E533C6-AA34-4DF0-AD7B-75FF551921C3}" type="presOf" srcId="{34848C95-E8F8-4226-949F-B007888EDA02}" destId="{9D1E6008-F8E1-4943-A593-E55836697320}" srcOrd="0" destOrd="0" presId="urn:microsoft.com/office/officeart/2005/8/layout/hProcess9"/>
    <dgm:cxn modelId="{4EB20E49-B7A8-4191-8CB2-9894AC3E8F95}" srcId="{7FD35E6A-E428-4CB5-9B0A-28CA4B394150}" destId="{34848C95-E8F8-4226-949F-B007888EDA02}" srcOrd="0" destOrd="0" parTransId="{8E16CAC8-FFB1-4D66-99D1-E4AD6FBAB820}" sibTransId="{ACD1D368-A350-4B6D-9412-3FC97A1CDEDA}"/>
    <dgm:cxn modelId="{AD42ADB7-9FB1-48A2-BBA5-5CC4FE9FA228}" srcId="{7FD35E6A-E428-4CB5-9B0A-28CA4B394150}" destId="{EA4EC20B-6350-458C-8C46-2D843F3025B9}" srcOrd="2" destOrd="0" parTransId="{92FEBEA2-D9E0-49D1-B1A9-70E04856DD1A}" sibTransId="{8E700021-7A33-41C0-AE1D-360F4D4CABD5}"/>
    <dgm:cxn modelId="{0B01A704-02F7-4E74-88EB-17597368583D}" type="presOf" srcId="{EA4EC20B-6350-458C-8C46-2D843F3025B9}" destId="{D1E1B347-97CE-4A87-A796-C48C08074BC2}" srcOrd="0" destOrd="0" presId="urn:microsoft.com/office/officeart/2005/8/layout/hProcess9"/>
    <dgm:cxn modelId="{EA3A09AF-8B4C-44FF-975E-339EC946EDD2}" type="presOf" srcId="{BFED59AC-D1BB-462E-ACAB-23D468A4D9B4}" destId="{171F5DE7-7D1F-4106-8EDA-91A286AE4F86}" srcOrd="0" destOrd="0" presId="urn:microsoft.com/office/officeart/2005/8/layout/hProcess9"/>
    <dgm:cxn modelId="{9A626BE0-7655-4170-8DD8-E0C2F3F49E86}" type="presOf" srcId="{7FD35E6A-E428-4CB5-9B0A-28CA4B394150}" destId="{1D0E92D2-1A38-4019-9223-17365C602BAC}" srcOrd="0" destOrd="0" presId="urn:microsoft.com/office/officeart/2005/8/layout/hProcess9"/>
    <dgm:cxn modelId="{644B8681-D20B-4092-9F42-AF601ED13EE7}" srcId="{7FD35E6A-E428-4CB5-9B0A-28CA4B394150}" destId="{BFED59AC-D1BB-462E-ACAB-23D468A4D9B4}" srcOrd="1" destOrd="0" parTransId="{363E4C7B-A1B2-42A1-9220-611CECC0D831}" sibTransId="{315F55FD-CA71-4E74-8CD2-8D76D28ACDAD}"/>
    <dgm:cxn modelId="{C7A65910-454A-4EFE-9C37-97338A3AAE9E}" type="presParOf" srcId="{1D0E92D2-1A38-4019-9223-17365C602BAC}" destId="{54EF0E97-9793-4604-934F-B793CE82F42B}" srcOrd="0" destOrd="0" presId="urn:microsoft.com/office/officeart/2005/8/layout/hProcess9"/>
    <dgm:cxn modelId="{78758FE5-7D36-456A-B0FF-C9AEC0C98905}" type="presParOf" srcId="{1D0E92D2-1A38-4019-9223-17365C602BAC}" destId="{6512675A-5FC9-4263-918A-0C9BB2713599}" srcOrd="1" destOrd="0" presId="urn:microsoft.com/office/officeart/2005/8/layout/hProcess9"/>
    <dgm:cxn modelId="{6DA9085D-72AD-4836-9111-8E3A2FCA5157}" type="presParOf" srcId="{6512675A-5FC9-4263-918A-0C9BB2713599}" destId="{9D1E6008-F8E1-4943-A593-E55836697320}" srcOrd="0" destOrd="0" presId="urn:microsoft.com/office/officeart/2005/8/layout/hProcess9"/>
    <dgm:cxn modelId="{EF848A58-7018-46E4-8D69-5FD2CC6AA007}" type="presParOf" srcId="{6512675A-5FC9-4263-918A-0C9BB2713599}" destId="{3436E8F7-1E53-4BBD-9A1B-768596D76E28}" srcOrd="1" destOrd="0" presId="urn:microsoft.com/office/officeart/2005/8/layout/hProcess9"/>
    <dgm:cxn modelId="{97B56E38-7DCE-4022-93BA-36035B8E70E6}" type="presParOf" srcId="{6512675A-5FC9-4263-918A-0C9BB2713599}" destId="{171F5DE7-7D1F-4106-8EDA-91A286AE4F86}" srcOrd="2" destOrd="0" presId="urn:microsoft.com/office/officeart/2005/8/layout/hProcess9"/>
    <dgm:cxn modelId="{F7670662-E621-404A-BC87-411EAF948C58}" type="presParOf" srcId="{6512675A-5FC9-4263-918A-0C9BB2713599}" destId="{FF4F6095-ABDB-4034-94F4-63DDD597F285}" srcOrd="3" destOrd="0" presId="urn:microsoft.com/office/officeart/2005/8/layout/hProcess9"/>
    <dgm:cxn modelId="{2B49123A-3833-4F47-9F02-BE3BCDF99B27}" type="presParOf" srcId="{6512675A-5FC9-4263-918A-0C9BB2713599}" destId="{D1E1B347-97CE-4A87-A796-C48C08074BC2}"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34C1FE8-0471-45A0-AC2C-A35FC21A591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7D2EACD7-E176-47ED-A3FE-37270FE02BE3}">
      <dgm:prSet phldrT="[Text]"/>
      <dgm:spPr/>
      <dgm:t>
        <a:bodyPr/>
        <a:lstStyle/>
        <a:p>
          <a:r>
            <a:rPr lang="en-US" dirty="0" smtClean="0"/>
            <a:t>Adolescents are more comfortable with digital and game-based tools.</a:t>
          </a:r>
        </a:p>
      </dgm:t>
    </dgm:pt>
    <dgm:pt modelId="{5B7B56F9-B69B-4F0E-9B63-586432AAF0DE}" type="parTrans" cxnId="{BD23D45D-644F-419C-8868-7F39CB05052F}">
      <dgm:prSet/>
      <dgm:spPr/>
      <dgm:t>
        <a:bodyPr/>
        <a:lstStyle/>
        <a:p>
          <a:endParaRPr lang="en-US"/>
        </a:p>
      </dgm:t>
    </dgm:pt>
    <dgm:pt modelId="{5CDAEC67-1127-41AF-B450-63EF43C6E35F}" type="sibTrans" cxnId="{BD23D45D-644F-419C-8868-7F39CB05052F}">
      <dgm:prSet/>
      <dgm:spPr/>
      <dgm:t>
        <a:bodyPr/>
        <a:lstStyle/>
        <a:p>
          <a:endParaRPr lang="en-US"/>
        </a:p>
      </dgm:t>
    </dgm:pt>
    <dgm:pt modelId="{C98B724A-9FE1-4B11-81F1-85715BC319F5}">
      <dgm:prSet phldrT="[Text]"/>
      <dgm:spPr/>
      <dgm:t>
        <a:bodyPr/>
        <a:lstStyle/>
        <a:p>
          <a:r>
            <a:rPr lang="en-US" dirty="0" smtClean="0"/>
            <a:t>Games increase motivation and sustained engagement.</a:t>
          </a:r>
        </a:p>
      </dgm:t>
    </dgm:pt>
    <dgm:pt modelId="{2196CB02-454B-45E7-91FB-4FDDEBC8E2AD}" type="parTrans" cxnId="{7A557A7F-74EF-4378-9378-C0785AE34603}">
      <dgm:prSet/>
      <dgm:spPr/>
      <dgm:t>
        <a:bodyPr/>
        <a:lstStyle/>
        <a:p>
          <a:endParaRPr lang="en-US"/>
        </a:p>
      </dgm:t>
    </dgm:pt>
    <dgm:pt modelId="{6822B004-8ED5-4FEF-AC27-46123ED0B4E2}" type="sibTrans" cxnId="{7A557A7F-74EF-4378-9378-C0785AE34603}">
      <dgm:prSet/>
      <dgm:spPr/>
      <dgm:t>
        <a:bodyPr/>
        <a:lstStyle/>
        <a:p>
          <a:endParaRPr lang="en-US"/>
        </a:p>
      </dgm:t>
    </dgm:pt>
    <dgm:pt modelId="{D2C2492B-D313-4F01-AEF4-E02604737340}">
      <dgm:prSet phldrT="[Text]"/>
      <dgm:spPr/>
      <dgm:t>
        <a:bodyPr/>
        <a:lstStyle/>
        <a:p>
          <a:r>
            <a:rPr lang="en-US" dirty="0" smtClean="0"/>
            <a:t>Reduces fear and stigma associated with traditional therapy.</a:t>
          </a:r>
        </a:p>
      </dgm:t>
    </dgm:pt>
    <dgm:pt modelId="{145D915B-E434-44E3-B31C-6C658331EEDC}" type="parTrans" cxnId="{5B2C3604-9A0D-4C7C-8144-91A86E98FE83}">
      <dgm:prSet/>
      <dgm:spPr/>
      <dgm:t>
        <a:bodyPr/>
        <a:lstStyle/>
        <a:p>
          <a:endParaRPr lang="en-US"/>
        </a:p>
      </dgm:t>
    </dgm:pt>
    <dgm:pt modelId="{70E15CE9-3819-4D90-B606-DF014EFB9EE9}" type="sibTrans" cxnId="{5B2C3604-9A0D-4C7C-8144-91A86E98FE83}">
      <dgm:prSet/>
      <dgm:spPr/>
      <dgm:t>
        <a:bodyPr/>
        <a:lstStyle/>
        <a:p>
          <a:endParaRPr lang="en-US"/>
        </a:p>
      </dgm:t>
    </dgm:pt>
    <dgm:pt modelId="{002ED0BE-04BC-4944-94AD-272FD8D787F4}" type="pres">
      <dgm:prSet presAssocID="{934C1FE8-0471-45A0-AC2C-A35FC21A5918}" presName="Name0" presStyleCnt="0">
        <dgm:presLayoutVars>
          <dgm:chMax val="7"/>
          <dgm:chPref val="7"/>
          <dgm:dir/>
        </dgm:presLayoutVars>
      </dgm:prSet>
      <dgm:spPr/>
      <dgm:t>
        <a:bodyPr/>
        <a:lstStyle/>
        <a:p>
          <a:endParaRPr lang="en-US"/>
        </a:p>
      </dgm:t>
    </dgm:pt>
    <dgm:pt modelId="{88E34BD1-5B93-49CC-BDCB-35DB4368F33C}" type="pres">
      <dgm:prSet presAssocID="{934C1FE8-0471-45A0-AC2C-A35FC21A5918}" presName="Name1" presStyleCnt="0"/>
      <dgm:spPr/>
    </dgm:pt>
    <dgm:pt modelId="{5438798D-4911-45AC-B4C2-C85F1CD67EB7}" type="pres">
      <dgm:prSet presAssocID="{934C1FE8-0471-45A0-AC2C-A35FC21A5918}" presName="cycle" presStyleCnt="0"/>
      <dgm:spPr/>
    </dgm:pt>
    <dgm:pt modelId="{F4970876-5C3B-4355-BAE1-9BD1D9A560E6}" type="pres">
      <dgm:prSet presAssocID="{934C1FE8-0471-45A0-AC2C-A35FC21A5918}" presName="srcNode" presStyleLbl="node1" presStyleIdx="0" presStyleCnt="3"/>
      <dgm:spPr/>
    </dgm:pt>
    <dgm:pt modelId="{A7C9FD05-83D7-482A-AE7F-C71AF2349E6A}" type="pres">
      <dgm:prSet presAssocID="{934C1FE8-0471-45A0-AC2C-A35FC21A5918}" presName="conn" presStyleLbl="parChTrans1D2" presStyleIdx="0" presStyleCnt="1"/>
      <dgm:spPr/>
      <dgm:t>
        <a:bodyPr/>
        <a:lstStyle/>
        <a:p>
          <a:endParaRPr lang="en-US"/>
        </a:p>
      </dgm:t>
    </dgm:pt>
    <dgm:pt modelId="{2197FDCF-7425-4BE7-8F91-51F848A2BF4B}" type="pres">
      <dgm:prSet presAssocID="{934C1FE8-0471-45A0-AC2C-A35FC21A5918}" presName="extraNode" presStyleLbl="node1" presStyleIdx="0" presStyleCnt="3"/>
      <dgm:spPr/>
    </dgm:pt>
    <dgm:pt modelId="{92BD5E32-F96E-4C19-B570-8C6F17B080C9}" type="pres">
      <dgm:prSet presAssocID="{934C1FE8-0471-45A0-AC2C-A35FC21A5918}" presName="dstNode" presStyleLbl="node1" presStyleIdx="0" presStyleCnt="3"/>
      <dgm:spPr/>
    </dgm:pt>
    <dgm:pt modelId="{87ED8B98-D5FF-4DDA-9ED7-C94BF429AF26}" type="pres">
      <dgm:prSet presAssocID="{7D2EACD7-E176-47ED-A3FE-37270FE02BE3}" presName="text_1" presStyleLbl="node1" presStyleIdx="0" presStyleCnt="3">
        <dgm:presLayoutVars>
          <dgm:bulletEnabled val="1"/>
        </dgm:presLayoutVars>
      </dgm:prSet>
      <dgm:spPr/>
      <dgm:t>
        <a:bodyPr/>
        <a:lstStyle/>
        <a:p>
          <a:endParaRPr lang="en-US"/>
        </a:p>
      </dgm:t>
    </dgm:pt>
    <dgm:pt modelId="{D9AAD361-FE48-473C-9581-679ABF657BD0}" type="pres">
      <dgm:prSet presAssocID="{7D2EACD7-E176-47ED-A3FE-37270FE02BE3}" presName="accent_1" presStyleCnt="0"/>
      <dgm:spPr/>
    </dgm:pt>
    <dgm:pt modelId="{DAB36235-135A-4225-8C21-6A25833BC764}" type="pres">
      <dgm:prSet presAssocID="{7D2EACD7-E176-47ED-A3FE-37270FE02BE3}" presName="accentRepeatNode" presStyleLbl="solidFgAcc1" presStyleIdx="0" presStyleCnt="3"/>
      <dgm:spPr/>
    </dgm:pt>
    <dgm:pt modelId="{69643BB6-BD55-4080-BECE-B95F0A9EEFE8}" type="pres">
      <dgm:prSet presAssocID="{C98B724A-9FE1-4B11-81F1-85715BC319F5}" presName="text_2" presStyleLbl="node1" presStyleIdx="1" presStyleCnt="3">
        <dgm:presLayoutVars>
          <dgm:bulletEnabled val="1"/>
        </dgm:presLayoutVars>
      </dgm:prSet>
      <dgm:spPr/>
      <dgm:t>
        <a:bodyPr/>
        <a:lstStyle/>
        <a:p>
          <a:endParaRPr lang="en-US"/>
        </a:p>
      </dgm:t>
    </dgm:pt>
    <dgm:pt modelId="{EB85BB5A-AF92-4594-BA73-02929F8447DC}" type="pres">
      <dgm:prSet presAssocID="{C98B724A-9FE1-4B11-81F1-85715BC319F5}" presName="accent_2" presStyleCnt="0"/>
      <dgm:spPr/>
    </dgm:pt>
    <dgm:pt modelId="{F05B84EC-1297-438E-A86E-04209C6FAE02}" type="pres">
      <dgm:prSet presAssocID="{C98B724A-9FE1-4B11-81F1-85715BC319F5}" presName="accentRepeatNode" presStyleLbl="solidFgAcc1" presStyleIdx="1" presStyleCnt="3"/>
      <dgm:spPr/>
    </dgm:pt>
    <dgm:pt modelId="{2CDF87EA-DEBA-40C8-832E-16D01E07DF4C}" type="pres">
      <dgm:prSet presAssocID="{D2C2492B-D313-4F01-AEF4-E02604737340}" presName="text_3" presStyleLbl="node1" presStyleIdx="2" presStyleCnt="3">
        <dgm:presLayoutVars>
          <dgm:bulletEnabled val="1"/>
        </dgm:presLayoutVars>
      </dgm:prSet>
      <dgm:spPr/>
      <dgm:t>
        <a:bodyPr/>
        <a:lstStyle/>
        <a:p>
          <a:endParaRPr lang="en-US"/>
        </a:p>
      </dgm:t>
    </dgm:pt>
    <dgm:pt modelId="{C448450D-2959-464E-ADED-E26C69BF87BD}" type="pres">
      <dgm:prSet presAssocID="{D2C2492B-D313-4F01-AEF4-E02604737340}" presName="accent_3" presStyleCnt="0"/>
      <dgm:spPr/>
    </dgm:pt>
    <dgm:pt modelId="{1BCED846-DAA3-4165-B7D5-1030522374B4}" type="pres">
      <dgm:prSet presAssocID="{D2C2492B-D313-4F01-AEF4-E02604737340}" presName="accentRepeatNode" presStyleLbl="solidFgAcc1" presStyleIdx="2" presStyleCnt="3"/>
      <dgm:spPr/>
    </dgm:pt>
  </dgm:ptLst>
  <dgm:cxnLst>
    <dgm:cxn modelId="{CBD9B0CE-586F-431A-9874-CFBF84E8B6A6}" type="presOf" srcId="{5CDAEC67-1127-41AF-B450-63EF43C6E35F}" destId="{A7C9FD05-83D7-482A-AE7F-C71AF2349E6A}" srcOrd="0" destOrd="0" presId="urn:microsoft.com/office/officeart/2008/layout/VerticalCurvedList"/>
    <dgm:cxn modelId="{4E421646-7369-487B-BAE8-18CCEAD11A21}" type="presOf" srcId="{C98B724A-9FE1-4B11-81F1-85715BC319F5}" destId="{69643BB6-BD55-4080-BECE-B95F0A9EEFE8}" srcOrd="0" destOrd="0" presId="urn:microsoft.com/office/officeart/2008/layout/VerticalCurvedList"/>
    <dgm:cxn modelId="{BD23D45D-644F-419C-8868-7F39CB05052F}" srcId="{934C1FE8-0471-45A0-AC2C-A35FC21A5918}" destId="{7D2EACD7-E176-47ED-A3FE-37270FE02BE3}" srcOrd="0" destOrd="0" parTransId="{5B7B56F9-B69B-4F0E-9B63-586432AAF0DE}" sibTransId="{5CDAEC67-1127-41AF-B450-63EF43C6E35F}"/>
    <dgm:cxn modelId="{7A557A7F-74EF-4378-9378-C0785AE34603}" srcId="{934C1FE8-0471-45A0-AC2C-A35FC21A5918}" destId="{C98B724A-9FE1-4B11-81F1-85715BC319F5}" srcOrd="1" destOrd="0" parTransId="{2196CB02-454B-45E7-91FB-4FDDEBC8E2AD}" sibTransId="{6822B004-8ED5-4FEF-AC27-46123ED0B4E2}"/>
    <dgm:cxn modelId="{F5487B30-52B5-4680-A9FE-7E53281F7A42}" type="presOf" srcId="{7D2EACD7-E176-47ED-A3FE-37270FE02BE3}" destId="{87ED8B98-D5FF-4DDA-9ED7-C94BF429AF26}" srcOrd="0" destOrd="0" presId="urn:microsoft.com/office/officeart/2008/layout/VerticalCurvedList"/>
    <dgm:cxn modelId="{EE0129A4-D7AA-42BB-A747-516B4C79D2C6}" type="presOf" srcId="{D2C2492B-D313-4F01-AEF4-E02604737340}" destId="{2CDF87EA-DEBA-40C8-832E-16D01E07DF4C}" srcOrd="0" destOrd="0" presId="urn:microsoft.com/office/officeart/2008/layout/VerticalCurvedList"/>
    <dgm:cxn modelId="{5B2C3604-9A0D-4C7C-8144-91A86E98FE83}" srcId="{934C1FE8-0471-45A0-AC2C-A35FC21A5918}" destId="{D2C2492B-D313-4F01-AEF4-E02604737340}" srcOrd="2" destOrd="0" parTransId="{145D915B-E434-44E3-B31C-6C658331EEDC}" sibTransId="{70E15CE9-3819-4D90-B606-DF014EFB9EE9}"/>
    <dgm:cxn modelId="{E6FB7AAC-948E-438E-A477-E74CEECFC698}" type="presOf" srcId="{934C1FE8-0471-45A0-AC2C-A35FC21A5918}" destId="{002ED0BE-04BC-4944-94AD-272FD8D787F4}" srcOrd="0" destOrd="0" presId="urn:microsoft.com/office/officeart/2008/layout/VerticalCurvedList"/>
    <dgm:cxn modelId="{21E3AD10-0588-4B76-9349-664091EC6B5E}" type="presParOf" srcId="{002ED0BE-04BC-4944-94AD-272FD8D787F4}" destId="{88E34BD1-5B93-49CC-BDCB-35DB4368F33C}" srcOrd="0" destOrd="0" presId="urn:microsoft.com/office/officeart/2008/layout/VerticalCurvedList"/>
    <dgm:cxn modelId="{2C962FE4-A0DB-478B-9F3F-43D4BC1BF37E}" type="presParOf" srcId="{88E34BD1-5B93-49CC-BDCB-35DB4368F33C}" destId="{5438798D-4911-45AC-B4C2-C85F1CD67EB7}" srcOrd="0" destOrd="0" presId="urn:microsoft.com/office/officeart/2008/layout/VerticalCurvedList"/>
    <dgm:cxn modelId="{236DA547-32FA-4E53-A3DD-ECD02BA87C8F}" type="presParOf" srcId="{5438798D-4911-45AC-B4C2-C85F1CD67EB7}" destId="{F4970876-5C3B-4355-BAE1-9BD1D9A560E6}" srcOrd="0" destOrd="0" presId="urn:microsoft.com/office/officeart/2008/layout/VerticalCurvedList"/>
    <dgm:cxn modelId="{7271003E-0C9B-4A0F-B896-026871D27A0D}" type="presParOf" srcId="{5438798D-4911-45AC-B4C2-C85F1CD67EB7}" destId="{A7C9FD05-83D7-482A-AE7F-C71AF2349E6A}" srcOrd="1" destOrd="0" presId="urn:microsoft.com/office/officeart/2008/layout/VerticalCurvedList"/>
    <dgm:cxn modelId="{6C2B164A-EEF0-41E0-9061-59D6ABA487DF}" type="presParOf" srcId="{5438798D-4911-45AC-B4C2-C85F1CD67EB7}" destId="{2197FDCF-7425-4BE7-8F91-51F848A2BF4B}" srcOrd="2" destOrd="0" presId="urn:microsoft.com/office/officeart/2008/layout/VerticalCurvedList"/>
    <dgm:cxn modelId="{2D0A02FB-63CF-4E41-88AD-8F1DCCE4E557}" type="presParOf" srcId="{5438798D-4911-45AC-B4C2-C85F1CD67EB7}" destId="{92BD5E32-F96E-4C19-B570-8C6F17B080C9}" srcOrd="3" destOrd="0" presId="urn:microsoft.com/office/officeart/2008/layout/VerticalCurvedList"/>
    <dgm:cxn modelId="{F80B0157-0B7C-467E-B595-B1F8F6CBA4B7}" type="presParOf" srcId="{88E34BD1-5B93-49CC-BDCB-35DB4368F33C}" destId="{87ED8B98-D5FF-4DDA-9ED7-C94BF429AF26}" srcOrd="1" destOrd="0" presId="urn:microsoft.com/office/officeart/2008/layout/VerticalCurvedList"/>
    <dgm:cxn modelId="{67A52A1C-8C0B-4ECB-940E-AFCCB73935FF}" type="presParOf" srcId="{88E34BD1-5B93-49CC-BDCB-35DB4368F33C}" destId="{D9AAD361-FE48-473C-9581-679ABF657BD0}" srcOrd="2" destOrd="0" presId="urn:microsoft.com/office/officeart/2008/layout/VerticalCurvedList"/>
    <dgm:cxn modelId="{FB01BB14-5A2C-4343-B712-2CBE3B4535CA}" type="presParOf" srcId="{D9AAD361-FE48-473C-9581-679ABF657BD0}" destId="{DAB36235-135A-4225-8C21-6A25833BC764}" srcOrd="0" destOrd="0" presId="urn:microsoft.com/office/officeart/2008/layout/VerticalCurvedList"/>
    <dgm:cxn modelId="{5994BE90-17FF-47CA-8839-0A9E7191CB30}" type="presParOf" srcId="{88E34BD1-5B93-49CC-BDCB-35DB4368F33C}" destId="{69643BB6-BD55-4080-BECE-B95F0A9EEFE8}" srcOrd="3" destOrd="0" presId="urn:microsoft.com/office/officeart/2008/layout/VerticalCurvedList"/>
    <dgm:cxn modelId="{0CB9C585-75F8-463D-8DB3-84A12B3D890E}" type="presParOf" srcId="{88E34BD1-5B93-49CC-BDCB-35DB4368F33C}" destId="{EB85BB5A-AF92-4594-BA73-02929F8447DC}" srcOrd="4" destOrd="0" presId="urn:microsoft.com/office/officeart/2008/layout/VerticalCurvedList"/>
    <dgm:cxn modelId="{836461CB-BADF-4557-9679-885E86B67C49}" type="presParOf" srcId="{EB85BB5A-AF92-4594-BA73-02929F8447DC}" destId="{F05B84EC-1297-438E-A86E-04209C6FAE02}" srcOrd="0" destOrd="0" presId="urn:microsoft.com/office/officeart/2008/layout/VerticalCurvedList"/>
    <dgm:cxn modelId="{218DA7BB-E278-48CB-8169-A71F52C470C3}" type="presParOf" srcId="{88E34BD1-5B93-49CC-BDCB-35DB4368F33C}" destId="{2CDF87EA-DEBA-40C8-832E-16D01E07DF4C}" srcOrd="5" destOrd="0" presId="urn:microsoft.com/office/officeart/2008/layout/VerticalCurvedList"/>
    <dgm:cxn modelId="{D9A587EC-EAF4-449D-A8E1-F0B53A508FEC}" type="presParOf" srcId="{88E34BD1-5B93-49CC-BDCB-35DB4368F33C}" destId="{C448450D-2959-464E-ADED-E26C69BF87BD}" srcOrd="6" destOrd="0" presId="urn:microsoft.com/office/officeart/2008/layout/VerticalCurvedList"/>
    <dgm:cxn modelId="{CAE45DF9-8365-4C6D-96B2-5AFEF21C834B}" type="presParOf" srcId="{C448450D-2959-464E-ADED-E26C69BF87BD}" destId="{1BCED846-DAA3-4165-B7D5-1030522374B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817136-EDA2-4760-AFD1-BA98E87D2222}">
      <dsp:nvSpPr>
        <dsp:cNvPr id="0" name=""/>
        <dsp:cNvSpPr/>
      </dsp:nvSpPr>
      <dsp:spPr>
        <a:xfrm rot="5400000">
          <a:off x="-243998" y="245734"/>
          <a:ext cx="1626654" cy="1138657"/>
        </a:xfrm>
        <a:prstGeom prst="chevron">
          <a:avLst/>
        </a:prstGeom>
        <a:solidFill>
          <a:schemeClr val="accen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smtClean="0"/>
            <a:t>Problem</a:t>
          </a:r>
          <a:endParaRPr lang="en-US" sz="1000" kern="1200" dirty="0"/>
        </a:p>
      </dsp:txBody>
      <dsp:txXfrm rot="-5400000">
        <a:off x="1" y="571065"/>
        <a:ext cx="1138657" cy="487997"/>
      </dsp:txXfrm>
    </dsp:sp>
    <dsp:sp modelId="{8E0F1099-C983-47E6-85F2-9179222BF2B8}">
      <dsp:nvSpPr>
        <dsp:cNvPr id="0" name=""/>
        <dsp:cNvSpPr/>
      </dsp:nvSpPr>
      <dsp:spPr>
        <a:xfrm rot="5400000">
          <a:off x="4079266" y="-2938871"/>
          <a:ext cx="1057325" cy="6938542"/>
        </a:xfrm>
        <a:prstGeom prst="round2Same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b="0" i="0" kern="1200" dirty="0" smtClean="0"/>
            <a:t>Globally, nearly one billion people experience mental health disorders (</a:t>
          </a:r>
          <a:r>
            <a:rPr lang="en-US" sz="2200" kern="1200" dirty="0" smtClean="0"/>
            <a:t>World Health Organization, 2025).</a:t>
          </a:r>
          <a:endParaRPr lang="en-US" sz="2200" kern="1200" dirty="0"/>
        </a:p>
      </dsp:txBody>
      <dsp:txXfrm rot="-5400000">
        <a:off x="1138658" y="53351"/>
        <a:ext cx="6886928" cy="954097"/>
      </dsp:txXfrm>
    </dsp:sp>
    <dsp:sp modelId="{6F9F9597-34BA-4BF0-95A7-9A64A44D56CF}">
      <dsp:nvSpPr>
        <dsp:cNvPr id="0" name=""/>
        <dsp:cNvSpPr/>
      </dsp:nvSpPr>
      <dsp:spPr>
        <a:xfrm rot="5400000">
          <a:off x="-243998" y="1678571"/>
          <a:ext cx="1626654" cy="1138657"/>
        </a:xfrm>
        <a:prstGeom prst="chevron">
          <a:avLst/>
        </a:prstGeom>
        <a:solidFill>
          <a:schemeClr val="accen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smtClean="0"/>
            <a:t>Magnitude of the Problem</a:t>
          </a:r>
          <a:endParaRPr lang="en-US" sz="1000" kern="1200" dirty="0"/>
        </a:p>
      </dsp:txBody>
      <dsp:txXfrm rot="-5400000">
        <a:off x="1" y="2003902"/>
        <a:ext cx="1138657" cy="487997"/>
      </dsp:txXfrm>
    </dsp:sp>
    <dsp:sp modelId="{33080156-12DE-4D29-B0C3-D9C0AF0E9AD1}">
      <dsp:nvSpPr>
        <dsp:cNvPr id="0" name=""/>
        <dsp:cNvSpPr/>
      </dsp:nvSpPr>
      <dsp:spPr>
        <a:xfrm rot="5400000">
          <a:off x="4079266" y="-1506035"/>
          <a:ext cx="1057325" cy="6938542"/>
        </a:xfrm>
        <a:prstGeom prst="round2Same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t>In 2021, approximately 727,000 lives were lost to suicide globally </a:t>
          </a:r>
          <a:r>
            <a:rPr lang="en-US" sz="2200" b="0" i="0" kern="1200" dirty="0" smtClean="0"/>
            <a:t>(</a:t>
          </a:r>
          <a:r>
            <a:rPr lang="en-US" sz="2200" kern="1200" dirty="0" smtClean="0"/>
            <a:t>World Health Organization, 2025).</a:t>
          </a:r>
          <a:endParaRPr lang="en-US" sz="2200" kern="1200" dirty="0"/>
        </a:p>
      </dsp:txBody>
      <dsp:txXfrm rot="-5400000">
        <a:off x="1138658" y="1486187"/>
        <a:ext cx="6886928" cy="954097"/>
      </dsp:txXfrm>
    </dsp:sp>
    <dsp:sp modelId="{E132AFCD-424E-4835-B246-9123C73ACA2C}">
      <dsp:nvSpPr>
        <dsp:cNvPr id="0" name=""/>
        <dsp:cNvSpPr/>
      </dsp:nvSpPr>
      <dsp:spPr>
        <a:xfrm rot="5400000">
          <a:off x="-243998" y="3111407"/>
          <a:ext cx="1626654" cy="1138657"/>
        </a:xfrm>
        <a:prstGeom prst="chevron">
          <a:avLst/>
        </a:prstGeom>
        <a:solidFill>
          <a:schemeClr val="accen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smtClean="0"/>
            <a:t>Population affected</a:t>
          </a:r>
        </a:p>
        <a:p>
          <a:pPr lvl="0" algn="ctr" defTabSz="444500">
            <a:lnSpc>
              <a:spcPct val="90000"/>
            </a:lnSpc>
            <a:spcBef>
              <a:spcPct val="0"/>
            </a:spcBef>
            <a:spcAft>
              <a:spcPct val="35000"/>
            </a:spcAft>
          </a:pPr>
          <a:endParaRPr lang="en-US" sz="1000" kern="1200" dirty="0"/>
        </a:p>
      </dsp:txBody>
      <dsp:txXfrm rot="-5400000">
        <a:off x="1" y="3436738"/>
        <a:ext cx="1138657" cy="487997"/>
      </dsp:txXfrm>
    </dsp:sp>
    <dsp:sp modelId="{BE700017-72CD-4D30-8904-514001BC5696}">
      <dsp:nvSpPr>
        <dsp:cNvPr id="0" name=""/>
        <dsp:cNvSpPr/>
      </dsp:nvSpPr>
      <dsp:spPr>
        <a:xfrm rot="5400000">
          <a:off x="4079266" y="-73199"/>
          <a:ext cx="1057325" cy="6938542"/>
        </a:xfrm>
        <a:prstGeom prst="round2Same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t>Suicide ranks among the leading causes of death for young people worldwide </a:t>
          </a:r>
          <a:r>
            <a:rPr lang="en-US" sz="2200" b="0" i="0" kern="1200" dirty="0" smtClean="0"/>
            <a:t>(</a:t>
          </a:r>
          <a:r>
            <a:rPr lang="en-US" sz="2200" kern="1200" dirty="0" smtClean="0"/>
            <a:t>World Health Organization, 2025).</a:t>
          </a:r>
          <a:endParaRPr lang="en-US" sz="2200" kern="1200" dirty="0"/>
        </a:p>
      </dsp:txBody>
      <dsp:txXfrm rot="-5400000">
        <a:off x="1138658" y="2919023"/>
        <a:ext cx="6886928" cy="9540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71C10-AA55-4EE7-8BC7-1D5B10AE83B0}">
      <dsp:nvSpPr>
        <dsp:cNvPr id="0" name=""/>
        <dsp:cNvSpPr/>
      </dsp:nvSpPr>
      <dsp:spPr>
        <a:xfrm rot="16200000">
          <a:off x="-979028" y="980033"/>
          <a:ext cx="4572000" cy="2611933"/>
        </a:xfrm>
        <a:prstGeom prst="flowChartManualOperati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5091" bIns="0" numCol="1" spcCol="1270" anchor="ctr" anchorCtr="0">
          <a:noAutofit/>
        </a:bodyPr>
        <a:lstStyle/>
        <a:p>
          <a:pPr lvl="0" algn="ctr" defTabSz="1066800">
            <a:lnSpc>
              <a:spcPct val="90000"/>
            </a:lnSpc>
            <a:spcBef>
              <a:spcPct val="0"/>
            </a:spcBef>
            <a:spcAft>
              <a:spcPct val="35000"/>
            </a:spcAft>
          </a:pPr>
          <a:r>
            <a:rPr lang="en-US" sz="2400" kern="1200" dirty="0" smtClean="0"/>
            <a:t>Around 1 in 7 adolescents (ages 10–19) worldwide has a mental health condition, making up 15% of disease burden in this group .</a:t>
          </a:r>
          <a:endParaRPr lang="en-US" sz="2400" kern="1200" dirty="0"/>
        </a:p>
      </dsp:txBody>
      <dsp:txXfrm rot="5400000">
        <a:off x="1005" y="914400"/>
        <a:ext cx="2611933" cy="2743200"/>
      </dsp:txXfrm>
    </dsp:sp>
    <dsp:sp modelId="{BE290985-7315-416B-92FE-6AAB10946C04}">
      <dsp:nvSpPr>
        <dsp:cNvPr id="0" name=""/>
        <dsp:cNvSpPr/>
      </dsp:nvSpPr>
      <dsp:spPr>
        <a:xfrm rot="16200000">
          <a:off x="1828799" y="980033"/>
          <a:ext cx="4572000" cy="2611933"/>
        </a:xfrm>
        <a:prstGeom prst="flowChartManualOperati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5091" bIns="0" numCol="1" spcCol="1270" anchor="ctr" anchorCtr="0">
          <a:noAutofit/>
        </a:bodyPr>
        <a:lstStyle/>
        <a:p>
          <a:pPr lvl="0" algn="ctr" defTabSz="1066800">
            <a:lnSpc>
              <a:spcPct val="90000"/>
            </a:lnSpc>
            <a:spcBef>
              <a:spcPct val="0"/>
            </a:spcBef>
            <a:spcAft>
              <a:spcPct val="35000"/>
            </a:spcAft>
          </a:pPr>
          <a:r>
            <a:rPr lang="en-US" sz="2400" kern="1200" dirty="0" smtClean="0"/>
            <a:t>Depression, anxiety, and behavioral disorders are the main causes of illness and disability among teenagers.</a:t>
          </a:r>
          <a:endParaRPr lang="en-US" sz="2400" kern="1200" dirty="0"/>
        </a:p>
      </dsp:txBody>
      <dsp:txXfrm rot="5400000">
        <a:off x="2808832" y="914400"/>
        <a:ext cx="2611933" cy="2743200"/>
      </dsp:txXfrm>
    </dsp:sp>
    <dsp:sp modelId="{EB0523FA-4802-4BE7-A3E2-A9401921A7A9}">
      <dsp:nvSpPr>
        <dsp:cNvPr id="0" name=""/>
        <dsp:cNvSpPr/>
      </dsp:nvSpPr>
      <dsp:spPr>
        <a:xfrm rot="16200000">
          <a:off x="4636628" y="980033"/>
          <a:ext cx="4572000" cy="2611933"/>
        </a:xfrm>
        <a:prstGeom prst="flowChartManualOperati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5091" bIns="0" numCol="1" spcCol="1270" anchor="ctr" anchorCtr="0">
          <a:noAutofit/>
        </a:bodyPr>
        <a:lstStyle/>
        <a:p>
          <a:pPr lvl="0" algn="ctr" defTabSz="1066800">
            <a:lnSpc>
              <a:spcPct val="90000"/>
            </a:lnSpc>
            <a:spcBef>
              <a:spcPct val="0"/>
            </a:spcBef>
            <a:spcAft>
              <a:spcPct val="35000"/>
            </a:spcAft>
          </a:pPr>
          <a:r>
            <a:rPr lang="en-US" sz="2400" kern="1200" dirty="0" smtClean="0"/>
            <a:t>Suicide is the third leading cause of death for young people aged 15–29.</a:t>
          </a:r>
          <a:endParaRPr lang="en-US" sz="2400" kern="1200" dirty="0"/>
        </a:p>
      </dsp:txBody>
      <dsp:txXfrm rot="5400000">
        <a:off x="5616661" y="914400"/>
        <a:ext cx="2611933" cy="2743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BE87B4-1316-4BD5-A9AA-E6C1016F6B4C}">
      <dsp:nvSpPr>
        <dsp:cNvPr id="0" name=""/>
        <dsp:cNvSpPr/>
      </dsp:nvSpPr>
      <dsp:spPr>
        <a:xfrm>
          <a:off x="-5168961" y="-791784"/>
          <a:ext cx="6155568" cy="6155568"/>
        </a:xfrm>
        <a:prstGeom prst="blockArc">
          <a:avLst>
            <a:gd name="adj1" fmla="val 18900000"/>
            <a:gd name="adj2" fmla="val 2700000"/>
            <a:gd name="adj3" fmla="val 351"/>
          </a:avLst>
        </a:prstGeom>
        <a:noFill/>
        <a:ln w="381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D44E71-593D-4535-BF9D-96304C51C872}">
      <dsp:nvSpPr>
        <dsp:cNvPr id="0" name=""/>
        <dsp:cNvSpPr/>
      </dsp:nvSpPr>
      <dsp:spPr>
        <a:xfrm>
          <a:off x="634593" y="457200"/>
          <a:ext cx="7531912" cy="914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5805" tIns="48260" rIns="48260" bIns="48260" numCol="1" spcCol="1270" anchor="ctr" anchorCtr="0">
          <a:noAutofit/>
        </a:bodyPr>
        <a:lstStyle/>
        <a:p>
          <a:pPr lvl="0" algn="l" defTabSz="844550">
            <a:lnSpc>
              <a:spcPct val="90000"/>
            </a:lnSpc>
            <a:spcBef>
              <a:spcPct val="0"/>
            </a:spcBef>
            <a:spcAft>
              <a:spcPct val="35000"/>
            </a:spcAft>
          </a:pPr>
          <a:r>
            <a:rPr lang="en-US" sz="1900" kern="1200" dirty="0" smtClean="0"/>
            <a:t>Adolescence is a critical period for the onset of mental health issues.</a:t>
          </a:r>
          <a:endParaRPr lang="en-US" sz="1900" kern="1200" dirty="0"/>
        </a:p>
      </dsp:txBody>
      <dsp:txXfrm>
        <a:off x="634593" y="457200"/>
        <a:ext cx="7531912" cy="914400"/>
      </dsp:txXfrm>
    </dsp:sp>
    <dsp:sp modelId="{4DDFF7E4-DF81-4D46-AC02-475EB58D1FD8}">
      <dsp:nvSpPr>
        <dsp:cNvPr id="0" name=""/>
        <dsp:cNvSpPr/>
      </dsp:nvSpPr>
      <dsp:spPr>
        <a:xfrm>
          <a:off x="63093" y="342900"/>
          <a:ext cx="1143000" cy="1143000"/>
        </a:xfrm>
        <a:prstGeom prst="ellipse">
          <a:avLst/>
        </a:prstGeom>
        <a:solidFill>
          <a:schemeClr val="l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819B0C-4B27-4F09-A848-C730AA2350EB}">
      <dsp:nvSpPr>
        <dsp:cNvPr id="0" name=""/>
        <dsp:cNvSpPr/>
      </dsp:nvSpPr>
      <dsp:spPr>
        <a:xfrm>
          <a:off x="966978" y="1828800"/>
          <a:ext cx="7199528" cy="914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5805" tIns="48260" rIns="48260" bIns="48260" numCol="1" spcCol="1270" anchor="ctr" anchorCtr="0">
          <a:noAutofit/>
        </a:bodyPr>
        <a:lstStyle/>
        <a:p>
          <a:pPr lvl="0" algn="l" defTabSz="844550">
            <a:lnSpc>
              <a:spcPct val="90000"/>
            </a:lnSpc>
            <a:spcBef>
              <a:spcPct val="0"/>
            </a:spcBef>
            <a:spcAft>
              <a:spcPct val="35000"/>
            </a:spcAft>
          </a:pPr>
          <a:r>
            <a:rPr lang="en-US" sz="1900" kern="1200" dirty="0" smtClean="0"/>
            <a:t>High dropout rates and limited support from parents, schools, stigma, cultural issues, financial situation and society worsen the problem.</a:t>
          </a:r>
          <a:endParaRPr lang="en-US" sz="1900" kern="1200" dirty="0"/>
        </a:p>
      </dsp:txBody>
      <dsp:txXfrm>
        <a:off x="966978" y="1828800"/>
        <a:ext cx="7199528" cy="914400"/>
      </dsp:txXfrm>
    </dsp:sp>
    <dsp:sp modelId="{CDC3DD14-2383-4996-8057-4F566D6CD779}">
      <dsp:nvSpPr>
        <dsp:cNvPr id="0" name=""/>
        <dsp:cNvSpPr/>
      </dsp:nvSpPr>
      <dsp:spPr>
        <a:xfrm>
          <a:off x="395478" y="1714500"/>
          <a:ext cx="1143000" cy="1143000"/>
        </a:xfrm>
        <a:prstGeom prst="ellipse">
          <a:avLst/>
        </a:prstGeom>
        <a:solidFill>
          <a:schemeClr val="l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56C121-1397-4ACD-A5BC-911A69C91B81}">
      <dsp:nvSpPr>
        <dsp:cNvPr id="0" name=""/>
        <dsp:cNvSpPr/>
      </dsp:nvSpPr>
      <dsp:spPr>
        <a:xfrm>
          <a:off x="634593" y="3200400"/>
          <a:ext cx="7531912" cy="914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5805" tIns="48260" rIns="48260" bIns="48260" numCol="1" spcCol="1270" anchor="ctr" anchorCtr="0">
          <a:noAutofit/>
        </a:bodyPr>
        <a:lstStyle/>
        <a:p>
          <a:pPr lvl="0" algn="l" defTabSz="844550">
            <a:lnSpc>
              <a:spcPct val="90000"/>
            </a:lnSpc>
            <a:spcBef>
              <a:spcPct val="0"/>
            </a:spcBef>
            <a:spcAft>
              <a:spcPct val="35000"/>
            </a:spcAft>
          </a:pPr>
          <a:r>
            <a:rPr lang="en-US" sz="1900" kern="1200" dirty="0" smtClean="0"/>
            <a:t>Traditional counseling methods are often inaccessible due to cost, stigma, and lack of awareness.</a:t>
          </a:r>
          <a:endParaRPr lang="en-US" sz="1900" kern="1200" dirty="0"/>
        </a:p>
      </dsp:txBody>
      <dsp:txXfrm>
        <a:off x="634593" y="3200400"/>
        <a:ext cx="7531912" cy="914400"/>
      </dsp:txXfrm>
    </dsp:sp>
    <dsp:sp modelId="{BD5E0D8A-7D1E-4A9F-8727-EC2491C816AD}">
      <dsp:nvSpPr>
        <dsp:cNvPr id="0" name=""/>
        <dsp:cNvSpPr/>
      </dsp:nvSpPr>
      <dsp:spPr>
        <a:xfrm>
          <a:off x="63093" y="3086100"/>
          <a:ext cx="1143000" cy="1143000"/>
        </a:xfrm>
        <a:prstGeom prst="ellipse">
          <a:avLst/>
        </a:prstGeom>
        <a:solidFill>
          <a:schemeClr val="l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B4CEF1-BD98-4719-981D-5232D3AC7F53}">
      <dsp:nvSpPr>
        <dsp:cNvPr id="0" name=""/>
        <dsp:cNvSpPr/>
      </dsp:nvSpPr>
      <dsp:spPr>
        <a:xfrm>
          <a:off x="0" y="0"/>
          <a:ext cx="6995160" cy="137160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kern="1200" dirty="0" smtClean="0"/>
            <a:t>Stigma prevents adolescents from seeking help from counseling psychologists.</a:t>
          </a:r>
          <a:endParaRPr lang="en-US" sz="2600" kern="1200" dirty="0"/>
        </a:p>
      </dsp:txBody>
      <dsp:txXfrm>
        <a:off x="40173" y="40173"/>
        <a:ext cx="5515096" cy="1291254"/>
      </dsp:txXfrm>
    </dsp:sp>
    <dsp:sp modelId="{1992E966-D135-4D03-AB17-ABDAFB0C5173}">
      <dsp:nvSpPr>
        <dsp:cNvPr id="0" name=""/>
        <dsp:cNvSpPr/>
      </dsp:nvSpPr>
      <dsp:spPr>
        <a:xfrm>
          <a:off x="617219" y="1600199"/>
          <a:ext cx="6995160" cy="137160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kern="1200" dirty="0" smtClean="0"/>
            <a:t>Conventional CBT techniques are less effective in underdeveloped countries due to low awareness.</a:t>
          </a:r>
          <a:endParaRPr lang="en-US" sz="2600" kern="1200" dirty="0"/>
        </a:p>
      </dsp:txBody>
      <dsp:txXfrm>
        <a:off x="657392" y="1640372"/>
        <a:ext cx="5406053" cy="1291254"/>
      </dsp:txXfrm>
    </dsp:sp>
    <dsp:sp modelId="{7CD8E7C5-F63A-412E-A38F-FFE1452F9C88}">
      <dsp:nvSpPr>
        <dsp:cNvPr id="0" name=""/>
        <dsp:cNvSpPr/>
      </dsp:nvSpPr>
      <dsp:spPr>
        <a:xfrm>
          <a:off x="1234439" y="3200399"/>
          <a:ext cx="6995160" cy="137160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kern="1200" dirty="0" smtClean="0"/>
            <a:t>High counseling fees make mental health support unaffordable for those who need it most.</a:t>
          </a:r>
          <a:endParaRPr lang="en-US" sz="2600" kern="1200" dirty="0"/>
        </a:p>
      </dsp:txBody>
      <dsp:txXfrm>
        <a:off x="1274612" y="3240572"/>
        <a:ext cx="5406053" cy="1291254"/>
      </dsp:txXfrm>
    </dsp:sp>
    <dsp:sp modelId="{DC52ABB4-088E-4FB2-B6AC-926CD21864F5}">
      <dsp:nvSpPr>
        <dsp:cNvPr id="0" name=""/>
        <dsp:cNvSpPr/>
      </dsp:nvSpPr>
      <dsp:spPr>
        <a:xfrm>
          <a:off x="6103619" y="1040130"/>
          <a:ext cx="891540" cy="891540"/>
        </a:xfrm>
        <a:prstGeom prst="downArrow">
          <a:avLst>
            <a:gd name="adj1" fmla="val 55000"/>
            <a:gd name="adj2" fmla="val 45000"/>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6304215" y="1040130"/>
        <a:ext cx="490348" cy="670884"/>
      </dsp:txXfrm>
    </dsp:sp>
    <dsp:sp modelId="{056CB502-B243-4839-8610-53F607546A60}">
      <dsp:nvSpPr>
        <dsp:cNvPr id="0" name=""/>
        <dsp:cNvSpPr/>
      </dsp:nvSpPr>
      <dsp:spPr>
        <a:xfrm>
          <a:off x="6720839" y="2631186"/>
          <a:ext cx="891540" cy="891540"/>
        </a:xfrm>
        <a:prstGeom prst="downArrow">
          <a:avLst>
            <a:gd name="adj1" fmla="val 55000"/>
            <a:gd name="adj2" fmla="val 45000"/>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6921435" y="2631186"/>
        <a:ext cx="490348" cy="6708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36CEA-6E5D-459A-BF9D-7AAED5EA6932}">
      <dsp:nvSpPr>
        <dsp:cNvPr id="0" name=""/>
        <dsp:cNvSpPr/>
      </dsp:nvSpPr>
      <dsp:spPr>
        <a:xfrm>
          <a:off x="3291839" y="558"/>
          <a:ext cx="4937760" cy="2176611"/>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Introduce a computer-based </a:t>
          </a:r>
          <a:r>
            <a:rPr lang="en-US" sz="2800" kern="1200" dirty="0" err="1" smtClean="0"/>
            <a:t>Gamified</a:t>
          </a:r>
          <a:r>
            <a:rPr lang="en-US" sz="2800" kern="1200" dirty="0" smtClean="0"/>
            <a:t> CBT (GCBT) for teenagers and students.</a:t>
          </a:r>
          <a:endParaRPr lang="en-US" sz="2800" kern="1200" dirty="0"/>
        </a:p>
      </dsp:txBody>
      <dsp:txXfrm>
        <a:off x="3291839" y="272634"/>
        <a:ext cx="4121531" cy="1632459"/>
      </dsp:txXfrm>
    </dsp:sp>
    <dsp:sp modelId="{2B59C8C3-6CAF-4C59-B62A-08967C6F49BF}">
      <dsp:nvSpPr>
        <dsp:cNvPr id="0" name=""/>
        <dsp:cNvSpPr/>
      </dsp:nvSpPr>
      <dsp:spPr>
        <a:xfrm>
          <a:off x="0" y="558"/>
          <a:ext cx="3291840" cy="2176611"/>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dirty="0" smtClean="0"/>
            <a:t>Overcome Stigma and Adolescent Friendly</a:t>
          </a:r>
          <a:endParaRPr lang="en-US" sz="3200" kern="1200" dirty="0"/>
        </a:p>
      </dsp:txBody>
      <dsp:txXfrm>
        <a:off x="106253" y="106811"/>
        <a:ext cx="3079334" cy="1964105"/>
      </dsp:txXfrm>
    </dsp:sp>
    <dsp:sp modelId="{0A219FF3-C140-462E-8427-B28D5CDD1BD6}">
      <dsp:nvSpPr>
        <dsp:cNvPr id="0" name=""/>
        <dsp:cNvSpPr/>
      </dsp:nvSpPr>
      <dsp:spPr>
        <a:xfrm>
          <a:off x="3291839" y="2394830"/>
          <a:ext cx="4937760" cy="2176611"/>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Provide free, accessible mental health support to overcome cost and stigma barriers.</a:t>
          </a:r>
          <a:endParaRPr lang="en-US" sz="2800" kern="1200" dirty="0"/>
        </a:p>
      </dsp:txBody>
      <dsp:txXfrm>
        <a:off x="3291839" y="2666906"/>
        <a:ext cx="4121531" cy="1632459"/>
      </dsp:txXfrm>
    </dsp:sp>
    <dsp:sp modelId="{4B28B3E7-8F75-4589-AED6-A5C75E560B5C}">
      <dsp:nvSpPr>
        <dsp:cNvPr id="0" name=""/>
        <dsp:cNvSpPr/>
      </dsp:nvSpPr>
      <dsp:spPr>
        <a:xfrm>
          <a:off x="0" y="2394830"/>
          <a:ext cx="3291840" cy="2176611"/>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dirty="0" smtClean="0"/>
            <a:t>Overcome Financial Problem</a:t>
          </a:r>
          <a:endParaRPr lang="en-US" sz="3200" kern="1200" dirty="0"/>
        </a:p>
      </dsp:txBody>
      <dsp:txXfrm>
        <a:off x="106253" y="2501083"/>
        <a:ext cx="3079334" cy="19641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7BF059-304E-49BD-A49E-BC8A43174969}">
      <dsp:nvSpPr>
        <dsp:cNvPr id="0" name=""/>
        <dsp:cNvSpPr/>
      </dsp:nvSpPr>
      <dsp:spPr>
        <a:xfrm rot="5400000">
          <a:off x="-247798" y="249366"/>
          <a:ext cx="1651992" cy="1156394"/>
        </a:xfrm>
        <a:prstGeom prst="chevron">
          <a:avLst/>
        </a:prstGeom>
        <a:solidFill>
          <a:schemeClr val="accen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smtClean="0"/>
            <a:t>Compare effectiveness</a:t>
          </a:r>
          <a:endParaRPr lang="en-US" sz="1100" kern="1200" dirty="0"/>
        </a:p>
      </dsp:txBody>
      <dsp:txXfrm rot="-5400000">
        <a:off x="1" y="579764"/>
        <a:ext cx="1156394" cy="495598"/>
      </dsp:txXfrm>
    </dsp:sp>
    <dsp:sp modelId="{F832B746-07D9-4464-AC60-24601ACF63CE}">
      <dsp:nvSpPr>
        <dsp:cNvPr id="0" name=""/>
        <dsp:cNvSpPr/>
      </dsp:nvSpPr>
      <dsp:spPr>
        <a:xfrm rot="5400000">
          <a:off x="4156099" y="-2998137"/>
          <a:ext cx="1073794" cy="7073205"/>
        </a:xfrm>
        <a:prstGeom prst="round2Same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t>Evaluate how </a:t>
          </a:r>
          <a:r>
            <a:rPr lang="en-US" sz="2200" kern="1200" dirty="0" err="1" smtClean="0"/>
            <a:t>Gamified</a:t>
          </a:r>
          <a:r>
            <a:rPr lang="en-US" sz="2200" kern="1200" dirty="0" smtClean="0"/>
            <a:t> CBT (GCBT) and CBT (CBT) differ in reducing anxiety and depression symptoms in adolescents.</a:t>
          </a:r>
          <a:endParaRPr lang="en-US" sz="2200" kern="1200" dirty="0"/>
        </a:p>
      </dsp:txBody>
      <dsp:txXfrm rot="-5400000">
        <a:off x="1156394" y="53986"/>
        <a:ext cx="7020787" cy="968958"/>
      </dsp:txXfrm>
    </dsp:sp>
    <dsp:sp modelId="{F31359F6-7542-42DA-AB16-12C35BD36463}">
      <dsp:nvSpPr>
        <dsp:cNvPr id="0" name=""/>
        <dsp:cNvSpPr/>
      </dsp:nvSpPr>
      <dsp:spPr>
        <a:xfrm rot="5400000">
          <a:off x="-247798" y="1707802"/>
          <a:ext cx="1651992" cy="1156394"/>
        </a:xfrm>
        <a:prstGeom prst="chevron">
          <a:avLst/>
        </a:prstGeom>
        <a:solidFill>
          <a:schemeClr val="accen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smtClean="0"/>
            <a:t>Assess engagement and adherence</a:t>
          </a:r>
          <a:endParaRPr lang="en-US" sz="1100" kern="1200" dirty="0"/>
        </a:p>
      </dsp:txBody>
      <dsp:txXfrm rot="-5400000">
        <a:off x="1" y="2038200"/>
        <a:ext cx="1156394" cy="495598"/>
      </dsp:txXfrm>
    </dsp:sp>
    <dsp:sp modelId="{55FE0CDB-0CAB-45F6-A096-A7215F6DAACC}">
      <dsp:nvSpPr>
        <dsp:cNvPr id="0" name=""/>
        <dsp:cNvSpPr/>
      </dsp:nvSpPr>
      <dsp:spPr>
        <a:xfrm rot="5400000">
          <a:off x="4156099" y="-1539701"/>
          <a:ext cx="1073794" cy="7073205"/>
        </a:xfrm>
        <a:prstGeom prst="round2Same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t>Examine differences in participation, completion rates, and dropout between GCBT and CBT.</a:t>
          </a:r>
          <a:endParaRPr lang="en-US" sz="2200" kern="1200" dirty="0"/>
        </a:p>
      </dsp:txBody>
      <dsp:txXfrm rot="-5400000">
        <a:off x="1156394" y="1512422"/>
        <a:ext cx="7020787" cy="968958"/>
      </dsp:txXfrm>
    </dsp:sp>
    <dsp:sp modelId="{8D5CFAE2-1E55-4E22-BC2B-EE9031B01D33}">
      <dsp:nvSpPr>
        <dsp:cNvPr id="0" name=""/>
        <dsp:cNvSpPr/>
      </dsp:nvSpPr>
      <dsp:spPr>
        <a:xfrm rot="5400000">
          <a:off x="-247798" y="3166238"/>
          <a:ext cx="1651992" cy="1156394"/>
        </a:xfrm>
        <a:prstGeom prst="chevron">
          <a:avLst/>
        </a:prstGeom>
        <a:solidFill>
          <a:schemeClr val="accent1">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smtClean="0"/>
            <a:t>Understand user experience</a:t>
          </a:r>
          <a:endParaRPr lang="en-US" sz="1100" kern="1200" dirty="0"/>
        </a:p>
      </dsp:txBody>
      <dsp:txXfrm rot="-5400000">
        <a:off x="1" y="3496636"/>
        <a:ext cx="1156394" cy="495598"/>
      </dsp:txXfrm>
    </dsp:sp>
    <dsp:sp modelId="{F3C851FB-7D5A-4816-BA1F-9784BFA0BBDD}">
      <dsp:nvSpPr>
        <dsp:cNvPr id="0" name=""/>
        <dsp:cNvSpPr/>
      </dsp:nvSpPr>
      <dsp:spPr>
        <a:xfrm rot="5400000">
          <a:off x="4156099" y="-81265"/>
          <a:ext cx="1073794" cy="7073205"/>
        </a:xfrm>
        <a:prstGeom prst="round2Same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t>Analyze acceptability, perceived benefits, limitations, and future research needs from adolescents’ perspectives.</a:t>
          </a:r>
          <a:endParaRPr lang="en-US" sz="2200" kern="1200" dirty="0"/>
        </a:p>
      </dsp:txBody>
      <dsp:txXfrm rot="-5400000">
        <a:off x="1156394" y="2970858"/>
        <a:ext cx="7020787" cy="9689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A0AB62-E257-4940-B472-15C0D942A215}" type="datetimeFigureOut">
              <a:rPr lang="en-US" smtClean="0"/>
              <a:t>1/28/2026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9A6819-235C-44EA-8A49-416992C76610}" type="slidenum">
              <a:rPr lang="en-US" smtClean="0"/>
              <a:t>‹#›</a:t>
            </a:fld>
            <a:endParaRPr lang="en-US"/>
          </a:p>
        </p:txBody>
      </p:sp>
    </p:spTree>
    <p:extLst>
      <p:ext uri="{BB962C8B-B14F-4D97-AF65-F5344CB8AC3E}">
        <p14:creationId xmlns:p14="http://schemas.microsoft.com/office/powerpoint/2010/main" val="2324700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82B5AC71-1943-45D2-8A68-1EE757817EFD}" type="datetime1">
              <a:rPr lang="en-US" smtClean="0"/>
              <a:t>1/28/2026</a:t>
            </a:fld>
            <a:endParaRPr lang="en-US"/>
          </a:p>
        </p:txBody>
      </p:sp>
      <p:sp>
        <p:nvSpPr>
          <p:cNvPr id="16" name="Slide Number Placeholder 15"/>
          <p:cNvSpPr>
            <a:spLocks noGrp="1"/>
          </p:cNvSpPr>
          <p:nvPr>
            <p:ph type="sldNum" sz="quarter" idx="11"/>
          </p:nvPr>
        </p:nvSpPr>
        <p:spPr/>
        <p:txBody>
          <a:bodyPr/>
          <a:lstStyle/>
          <a:p>
            <a:fld id="{B6F15528-21DE-4FAA-801E-634DDDAF4B2B}" type="slidenum">
              <a:rPr lang="en-US" smtClean="0"/>
              <a:pPr/>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0677A6DE-D576-4F7E-81BC-54379BB0DCE5}" type="datetime1">
              <a:rPr lang="en-US" smtClean="0"/>
              <a:t>1/28/2026</a:t>
            </a:fld>
            <a:endParaRPr lang="en-US"/>
          </a:p>
        </p:txBody>
      </p:sp>
      <p:sp>
        <p:nvSpPr>
          <p:cNvPr id="15" name="Slide Number Placeholder 14"/>
          <p:cNvSpPr>
            <a:spLocks noGrp="1"/>
          </p:cNvSpPr>
          <p:nvPr>
            <p:ph type="sldNum" sz="quarter" idx="15"/>
          </p:nvPr>
        </p:nvSpPr>
        <p:spPr/>
        <p:txBody>
          <a:bodyPr/>
          <a:lstStyle>
            <a:lvl1pPr algn="ctr">
              <a:defRPr/>
            </a:lvl1pPr>
          </a:lstStyle>
          <a:p>
            <a:fld id="{B6F15528-21DE-4FAA-801E-634DDDAF4B2B}" type="slidenum">
              <a:rPr lang="en-US" smtClean="0"/>
              <a:pPr/>
              <a:t>‹#›</a:t>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EC94F8-C284-4427-A44E-D06F346E8794}"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215E1CF-700C-445F-80E1-4AA9E6CD3796}" type="datetime1">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8A4D839C-4908-4DA1-B75D-95F2DC7F6CEB}" type="datetime1">
              <a:rPr lang="en-US" smtClean="0"/>
              <a:t>1/28/2026</a:t>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270C223-C542-4C0D-8509-9E9623408185}" type="datetime1">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4FC79C-DF32-47CE-BF07-8EEE0D3EED8B}" type="datetime1">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1498EEAB-5549-441D-94A6-3DC75D2E867A}" type="datetime1">
              <a:rPr lang="en-US" smtClean="0"/>
              <a:t>1/28/2026</a:t>
            </a:fld>
            <a:endParaRPr lang="en-US"/>
          </a:p>
        </p:txBody>
      </p:sp>
      <p:sp>
        <p:nvSpPr>
          <p:cNvPr id="9" name="Slide Number Placeholder 8"/>
          <p:cNvSpPr>
            <a:spLocks noGrp="1"/>
          </p:cNvSpPr>
          <p:nvPr>
            <p:ph type="sldNum" sz="quarter" idx="15"/>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9840F391-635E-4027-8662-222653E15614}" type="datetime1">
              <a:rPr lang="en-US" smtClean="0"/>
              <a:t>1/28/2026</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5C9221A-4E23-4A7C-A4EF-118228F4FDA4}"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F1087AD-4A10-4200-ADB3-F973BCEE844D}"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5480F286-BD9D-424A-89DB-6C4B37DADF4F}" type="datetime1">
              <a:rPr lang="en-US" smtClean="0"/>
              <a:t>1/28/2026</a:t>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B6F15528-21DE-4FAA-801E-634DDDAF4B2B}" type="slidenum">
              <a:rPr lang="en-US" smtClean="0"/>
              <a:pPr/>
              <a:t>‹#›</a:t>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my.clevelandclinic.org/health/treatments/21208-cognitive-behavioral-therapy-cbt" TargetMode="External"/><Relationship Id="rId2" Type="http://schemas.openxmlformats.org/officeDocument/2006/relationships/hyperlink" Target="https://www.who.int/news/item/02-09-2025-over-a-billion-people-living-with-mental-health-conditions-services-require-urgent-scale-u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4114800"/>
          </a:xfrm>
        </p:spPr>
        <p:txBody>
          <a:bodyPr>
            <a:normAutofit/>
          </a:bodyPr>
          <a:lstStyle/>
          <a:p>
            <a:pPr marL="0" indent="0" algn="ctr">
              <a:buNone/>
            </a:pPr>
            <a:r>
              <a:rPr lang="en-US" sz="5400" dirty="0" smtClean="0">
                <a:latin typeface="Times New Roman" pitchFamily="18" charset="0"/>
                <a:cs typeface="Times New Roman" pitchFamily="18" charset="0"/>
              </a:rPr>
              <a:t>Comparing </a:t>
            </a:r>
            <a:r>
              <a:rPr lang="en-US" sz="5400" dirty="0" err="1">
                <a:latin typeface="Times New Roman" pitchFamily="18" charset="0"/>
                <a:cs typeface="Times New Roman" pitchFamily="18" charset="0"/>
              </a:rPr>
              <a:t>Gamified</a:t>
            </a:r>
            <a:r>
              <a:rPr lang="en-US" sz="5400" dirty="0">
                <a:latin typeface="Times New Roman" pitchFamily="18" charset="0"/>
                <a:cs typeface="Times New Roman" pitchFamily="18" charset="0"/>
              </a:rPr>
              <a:t> and </a:t>
            </a:r>
            <a:r>
              <a:rPr lang="en-US" sz="5400" dirty="0" smtClean="0">
                <a:latin typeface="Times New Roman" pitchFamily="18" charset="0"/>
                <a:cs typeface="Times New Roman" pitchFamily="18" charset="0"/>
              </a:rPr>
              <a:t>CBT </a:t>
            </a:r>
            <a:r>
              <a:rPr lang="en-US" sz="5400" dirty="0">
                <a:latin typeface="Times New Roman" pitchFamily="18" charset="0"/>
                <a:cs typeface="Times New Roman" pitchFamily="18" charset="0"/>
              </a:rPr>
              <a:t>in Treating Mental Health Disorder for </a:t>
            </a:r>
            <a:r>
              <a:rPr lang="en-US" sz="5400" dirty="0" smtClean="0">
                <a:latin typeface="Times New Roman" pitchFamily="18" charset="0"/>
                <a:cs typeface="Times New Roman" pitchFamily="18" charset="0"/>
              </a:rPr>
              <a:t>Adolescents</a:t>
            </a:r>
          </a:p>
          <a:p>
            <a:pPr marL="0" indent="0" algn="ctr">
              <a:buNone/>
            </a:pPr>
            <a:endParaRPr lang="en-US" sz="3200" dirty="0" smtClean="0">
              <a:latin typeface="Times New Roman" pitchFamily="18" charset="0"/>
              <a:cs typeface="Times New Roman" pitchFamily="18" charset="0"/>
            </a:endParaRPr>
          </a:p>
          <a:p>
            <a:pPr marL="0" indent="0" algn="ctr">
              <a:buNone/>
            </a:pPr>
            <a:endParaRPr lang="en-US" sz="3600" dirty="0">
              <a:latin typeface="Times New Roman" pitchFamily="18" charset="0"/>
              <a:cs typeface="Times New Roman" pitchFamily="18" charset="0"/>
            </a:endParaRPr>
          </a:p>
        </p:txBody>
      </p:sp>
      <p:sp>
        <p:nvSpPr>
          <p:cNvPr id="3" name="Slide Number Placeholder 2"/>
          <p:cNvSpPr>
            <a:spLocks noGrp="1"/>
          </p:cNvSpPr>
          <p:nvPr>
            <p:ph type="sldNum" sz="quarter" idx="15"/>
          </p:nvPr>
        </p:nvSpPr>
        <p:spPr/>
        <p:txBody>
          <a:bodyPr/>
          <a:lstStyle/>
          <a:p>
            <a:fld id="{B6F15528-21DE-4FAA-801E-634DDDAF4B2B}" type="slidenum">
              <a:rPr lang="en-US" smtClean="0"/>
              <a:pPr/>
              <a:t>1</a:t>
            </a:fld>
            <a:endParaRPr lang="en-US"/>
          </a:p>
        </p:txBody>
      </p:sp>
      <p:sp>
        <p:nvSpPr>
          <p:cNvPr id="4" name="Title 3"/>
          <p:cNvSpPr>
            <a:spLocks noGrp="1"/>
          </p:cNvSpPr>
          <p:nvPr>
            <p:ph type="title"/>
          </p:nvPr>
        </p:nvSpPr>
        <p:spPr/>
        <p:txBody>
          <a:bodyPr/>
          <a:lstStyle/>
          <a:p>
            <a:r>
              <a:rPr lang="en-US" dirty="0" smtClean="0"/>
              <a:t> </a:t>
            </a:r>
            <a:endParaRPr lang="en-US" dirty="0"/>
          </a:p>
        </p:txBody>
      </p:sp>
    </p:spTree>
    <p:extLst>
      <p:ext uri="{BB962C8B-B14F-4D97-AF65-F5344CB8AC3E}">
        <p14:creationId xmlns:p14="http://schemas.microsoft.com/office/powerpoint/2010/main" val="3632607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5257800"/>
          </a:xfrm>
        </p:spPr>
        <p:txBody>
          <a:bodyPr>
            <a:normAutofit lnSpcReduction="10000"/>
          </a:bodyPr>
          <a:lstStyle/>
          <a:p>
            <a:r>
              <a:rPr lang="en-US" b="1" dirty="0"/>
              <a:t>Global Mental Health </a:t>
            </a:r>
            <a:r>
              <a:rPr lang="en-US" b="1" dirty="0" smtClean="0"/>
              <a:t>Context</a:t>
            </a:r>
          </a:p>
          <a:p>
            <a:r>
              <a:rPr lang="en-US" b="1" dirty="0"/>
              <a:t>Mental health of </a:t>
            </a:r>
            <a:r>
              <a:rPr lang="en-US" b="1" dirty="0" smtClean="0"/>
              <a:t>adolescents</a:t>
            </a:r>
          </a:p>
          <a:p>
            <a:r>
              <a:rPr lang="en-US" b="1" dirty="0" smtClean="0"/>
              <a:t>Problem Statement</a:t>
            </a:r>
          </a:p>
          <a:p>
            <a:r>
              <a:rPr lang="en-US" b="1" dirty="0"/>
              <a:t>Key Challenges Adolescents </a:t>
            </a:r>
            <a:r>
              <a:rPr lang="en-US" b="1" dirty="0" smtClean="0"/>
              <a:t>Face</a:t>
            </a:r>
          </a:p>
          <a:p>
            <a:r>
              <a:rPr lang="en-US" b="1" dirty="0"/>
              <a:t>Proposed Solution</a:t>
            </a:r>
          </a:p>
          <a:p>
            <a:r>
              <a:rPr lang="en-US" b="1" dirty="0"/>
              <a:t>Aim and Key </a:t>
            </a:r>
            <a:r>
              <a:rPr lang="en-US" b="1" dirty="0" smtClean="0"/>
              <a:t>Objectives</a:t>
            </a:r>
          </a:p>
          <a:p>
            <a:r>
              <a:rPr lang="en-US" b="1" dirty="0" smtClean="0"/>
              <a:t>Cognitive Behavioral Therapy</a:t>
            </a:r>
          </a:p>
          <a:p>
            <a:r>
              <a:rPr lang="en-US" b="1" dirty="0" err="1" smtClean="0"/>
              <a:t>Gamified</a:t>
            </a:r>
            <a:r>
              <a:rPr lang="en-US" b="1" dirty="0" smtClean="0"/>
              <a:t> Cognitive Behavioral Therapy</a:t>
            </a:r>
          </a:p>
          <a:p>
            <a:r>
              <a:rPr lang="en-US" b="1" dirty="0" smtClean="0"/>
              <a:t>Comparison</a:t>
            </a:r>
          </a:p>
          <a:p>
            <a:r>
              <a:rPr lang="en-US" b="1" dirty="0" smtClean="0"/>
              <a:t>Future Work</a:t>
            </a:r>
            <a:r>
              <a:rPr lang="en-US" b="1" dirty="0"/>
              <a:t/>
            </a:r>
            <a:br>
              <a:rPr lang="en-US" b="1" dirty="0"/>
            </a:br>
            <a:r>
              <a:rPr lang="en-US" b="1" dirty="0"/>
              <a:t/>
            </a:r>
            <a:br>
              <a:rPr lang="en-US" b="1" dirty="0"/>
            </a:br>
            <a:endParaRPr lang="en-US" dirty="0"/>
          </a:p>
        </p:txBody>
      </p:sp>
      <p:sp>
        <p:nvSpPr>
          <p:cNvPr id="3" name="Slide Number Placeholder 2"/>
          <p:cNvSpPr>
            <a:spLocks noGrp="1"/>
          </p:cNvSpPr>
          <p:nvPr>
            <p:ph type="sldNum" sz="quarter" idx="15"/>
          </p:nvPr>
        </p:nvSpPr>
        <p:spPr/>
        <p:txBody>
          <a:bodyPr/>
          <a:lstStyle/>
          <a:p>
            <a:fld id="{B6F15528-21DE-4FAA-801E-634DDDAF4B2B}" type="slidenum">
              <a:rPr lang="en-US" smtClean="0"/>
              <a:pPr/>
              <a:t>2</a:t>
            </a:fld>
            <a:endParaRPr lang="en-US"/>
          </a:p>
        </p:txBody>
      </p:sp>
      <p:sp>
        <p:nvSpPr>
          <p:cNvPr id="4" name="Title 3"/>
          <p:cNvSpPr>
            <a:spLocks noGrp="1"/>
          </p:cNvSpPr>
          <p:nvPr>
            <p:ph type="title"/>
          </p:nvPr>
        </p:nvSpPr>
        <p:spPr/>
        <p:txBody>
          <a:bodyPr/>
          <a:lstStyle/>
          <a:p>
            <a:r>
              <a:rPr lang="en-US" dirty="0" smtClean="0"/>
              <a:t>Outline</a:t>
            </a:r>
            <a:endParaRPr lang="en-US" dirty="0"/>
          </a:p>
        </p:txBody>
      </p:sp>
    </p:spTree>
    <p:extLst>
      <p:ext uri="{BB962C8B-B14F-4D97-AF65-F5344CB8AC3E}">
        <p14:creationId xmlns:p14="http://schemas.microsoft.com/office/powerpoint/2010/main" val="6554627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1"/>
            <p:extLst>
              <p:ext uri="{D42A27DB-BD31-4B8C-83A1-F6EECF244321}">
                <p14:modId xmlns:p14="http://schemas.microsoft.com/office/powerpoint/2010/main" val="2228557230"/>
              </p:ext>
            </p:extLst>
          </p:nvPr>
        </p:nvGraphicFramePr>
        <p:xfrm>
          <a:off x="533400" y="1447800"/>
          <a:ext cx="80772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Slide Number Placeholder 10"/>
          <p:cNvSpPr>
            <a:spLocks noGrp="1"/>
          </p:cNvSpPr>
          <p:nvPr>
            <p:ph type="sldNum" sz="quarter" idx="15"/>
          </p:nvPr>
        </p:nvSpPr>
        <p:spPr/>
        <p:txBody>
          <a:bodyPr/>
          <a:lstStyle/>
          <a:p>
            <a:fld id="{B6F15528-21DE-4FAA-801E-634DDDAF4B2B}" type="slidenum">
              <a:rPr lang="en-US" smtClean="0"/>
              <a:pPr/>
              <a:t>3</a:t>
            </a:fld>
            <a:endParaRPr lang="en-US"/>
          </a:p>
        </p:txBody>
      </p:sp>
      <p:sp>
        <p:nvSpPr>
          <p:cNvPr id="3" name="Title 2"/>
          <p:cNvSpPr>
            <a:spLocks noGrp="1"/>
          </p:cNvSpPr>
          <p:nvPr>
            <p:ph type="title"/>
          </p:nvPr>
        </p:nvSpPr>
        <p:spPr>
          <a:xfrm>
            <a:off x="457200" y="685800"/>
            <a:ext cx="8229600" cy="1295400"/>
          </a:xfrm>
        </p:spPr>
        <p:txBody>
          <a:bodyPr>
            <a:normAutofit fontScale="90000"/>
          </a:bodyPr>
          <a:lstStyle/>
          <a:p>
            <a:r>
              <a:rPr lang="en-US" b="1" dirty="0">
                <a:effectLst/>
              </a:rPr>
              <a:t>Global Mental Health Context</a:t>
            </a:r>
            <a:br>
              <a:rPr lang="en-US" b="1" dirty="0">
                <a:effectLst/>
              </a:rPr>
            </a:br>
            <a:endParaRPr lang="en-US" dirty="0"/>
          </a:p>
        </p:txBody>
      </p:sp>
    </p:spTree>
    <p:extLst>
      <p:ext uri="{BB962C8B-B14F-4D97-AF65-F5344CB8AC3E}">
        <p14:creationId xmlns:p14="http://schemas.microsoft.com/office/powerpoint/2010/main" val="345716123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B6F15528-21DE-4FAA-801E-634DDDAF4B2B}" type="slidenum">
              <a:rPr lang="en-US" smtClean="0"/>
              <a:pPr/>
              <a:t>4</a:t>
            </a:fld>
            <a:endParaRPr lang="en-US"/>
          </a:p>
        </p:txBody>
      </p:sp>
      <p:sp>
        <p:nvSpPr>
          <p:cNvPr id="4" name="Title 3"/>
          <p:cNvSpPr>
            <a:spLocks noGrp="1"/>
          </p:cNvSpPr>
          <p:nvPr>
            <p:ph type="title"/>
          </p:nvPr>
        </p:nvSpPr>
        <p:spPr>
          <a:xfrm>
            <a:off x="457200" y="152400"/>
            <a:ext cx="8229600" cy="1828800"/>
          </a:xfrm>
        </p:spPr>
        <p:txBody>
          <a:bodyPr>
            <a:normAutofit/>
          </a:bodyPr>
          <a:lstStyle/>
          <a:p>
            <a:r>
              <a:rPr lang="en-US" b="1" dirty="0">
                <a:effectLst/>
              </a:rPr>
              <a:t>Mental health of adolescents</a:t>
            </a:r>
            <a:br>
              <a:rPr lang="en-US" b="1" dirty="0">
                <a:effectLst/>
              </a:rPr>
            </a:b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673933349"/>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70626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747694331"/>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5"/>
          </p:nvPr>
        </p:nvSpPr>
        <p:spPr/>
        <p:txBody>
          <a:bodyPr/>
          <a:lstStyle/>
          <a:p>
            <a:fld id="{B6F15528-21DE-4FAA-801E-634DDDAF4B2B}" type="slidenum">
              <a:rPr lang="en-US" smtClean="0"/>
              <a:pPr/>
              <a:t>5</a:t>
            </a:fld>
            <a:endParaRPr lang="en-US"/>
          </a:p>
        </p:txBody>
      </p:sp>
      <p:sp>
        <p:nvSpPr>
          <p:cNvPr id="4" name="Title 3"/>
          <p:cNvSpPr>
            <a:spLocks noGrp="1"/>
          </p:cNvSpPr>
          <p:nvPr>
            <p:ph type="title"/>
          </p:nvPr>
        </p:nvSpPr>
        <p:spPr/>
        <p:txBody>
          <a:bodyPr/>
          <a:lstStyle/>
          <a:p>
            <a:r>
              <a:rPr lang="en-US" dirty="0"/>
              <a:t>Problem Statement</a:t>
            </a:r>
          </a:p>
        </p:txBody>
      </p:sp>
    </p:spTree>
    <p:extLst>
      <p:ext uri="{BB962C8B-B14F-4D97-AF65-F5344CB8AC3E}">
        <p14:creationId xmlns:p14="http://schemas.microsoft.com/office/powerpoint/2010/main" val="4582613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012130644"/>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5"/>
          </p:nvPr>
        </p:nvSpPr>
        <p:spPr/>
        <p:txBody>
          <a:bodyPr/>
          <a:lstStyle/>
          <a:p>
            <a:fld id="{B6F15528-21DE-4FAA-801E-634DDDAF4B2B}" type="slidenum">
              <a:rPr lang="en-US" smtClean="0"/>
              <a:pPr/>
              <a:t>6</a:t>
            </a:fld>
            <a:endParaRPr lang="en-US"/>
          </a:p>
        </p:txBody>
      </p:sp>
      <p:sp>
        <p:nvSpPr>
          <p:cNvPr id="4" name="Title 3"/>
          <p:cNvSpPr>
            <a:spLocks noGrp="1"/>
          </p:cNvSpPr>
          <p:nvPr>
            <p:ph type="title"/>
          </p:nvPr>
        </p:nvSpPr>
        <p:spPr/>
        <p:txBody>
          <a:bodyPr/>
          <a:lstStyle/>
          <a:p>
            <a:r>
              <a:rPr lang="en-US" dirty="0"/>
              <a:t>Key Challenges </a:t>
            </a:r>
            <a:r>
              <a:rPr lang="en-US" dirty="0" smtClean="0"/>
              <a:t>Adolescents Face</a:t>
            </a:r>
            <a:endParaRPr lang="en-US" dirty="0"/>
          </a:p>
        </p:txBody>
      </p:sp>
    </p:spTree>
    <p:extLst>
      <p:ext uri="{BB962C8B-B14F-4D97-AF65-F5344CB8AC3E}">
        <p14:creationId xmlns:p14="http://schemas.microsoft.com/office/powerpoint/2010/main" val="14297711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B6F15528-21DE-4FAA-801E-634DDDAF4B2B}" type="slidenum">
              <a:rPr lang="en-US" smtClean="0"/>
              <a:pPr/>
              <a:t>7</a:t>
            </a:fld>
            <a:endParaRPr lang="en-US"/>
          </a:p>
        </p:txBody>
      </p:sp>
      <p:sp>
        <p:nvSpPr>
          <p:cNvPr id="4" name="Title 3"/>
          <p:cNvSpPr>
            <a:spLocks noGrp="1"/>
          </p:cNvSpPr>
          <p:nvPr>
            <p:ph type="title"/>
          </p:nvPr>
        </p:nvSpPr>
        <p:spPr/>
        <p:txBody>
          <a:bodyPr/>
          <a:lstStyle/>
          <a:p>
            <a:r>
              <a:rPr lang="en-US" dirty="0" smtClean="0"/>
              <a:t>Proposed Solution</a:t>
            </a:r>
            <a:endParaRPr lang="en-US" dirty="0"/>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3376983014"/>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48949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B6F15528-21DE-4FAA-801E-634DDDAF4B2B}" type="slidenum">
              <a:rPr lang="en-US" smtClean="0"/>
              <a:pPr/>
              <a:t>8</a:t>
            </a:fld>
            <a:endParaRPr lang="en-US"/>
          </a:p>
        </p:txBody>
      </p:sp>
      <p:sp>
        <p:nvSpPr>
          <p:cNvPr id="4" name="Title 3"/>
          <p:cNvSpPr>
            <a:spLocks noGrp="1"/>
          </p:cNvSpPr>
          <p:nvPr>
            <p:ph type="title"/>
          </p:nvPr>
        </p:nvSpPr>
        <p:spPr>
          <a:xfrm>
            <a:off x="457200" y="609600"/>
            <a:ext cx="8229600" cy="1219200"/>
          </a:xfrm>
        </p:spPr>
        <p:txBody>
          <a:bodyPr>
            <a:normAutofit fontScale="90000"/>
          </a:bodyPr>
          <a:lstStyle/>
          <a:p>
            <a:r>
              <a:rPr lang="en-US" dirty="0"/>
              <a:t>Aim and Key Objectives</a:t>
            </a:r>
            <a:br>
              <a:rPr lang="en-US" dirty="0"/>
            </a:b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093693022"/>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9686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336983118"/>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5"/>
          </p:nvPr>
        </p:nvSpPr>
        <p:spPr/>
        <p:txBody>
          <a:bodyPr/>
          <a:lstStyle/>
          <a:p>
            <a:fld id="{B6F15528-21DE-4FAA-801E-634DDDAF4B2B}" type="slidenum">
              <a:rPr lang="en-US" smtClean="0"/>
              <a:pPr/>
              <a:t>9</a:t>
            </a:fld>
            <a:endParaRPr lang="en-US"/>
          </a:p>
        </p:txBody>
      </p:sp>
      <p:sp>
        <p:nvSpPr>
          <p:cNvPr id="4" name="Title 3"/>
          <p:cNvSpPr>
            <a:spLocks noGrp="1"/>
          </p:cNvSpPr>
          <p:nvPr>
            <p:ph type="title"/>
          </p:nvPr>
        </p:nvSpPr>
        <p:spPr/>
        <p:txBody>
          <a:bodyPr/>
          <a:lstStyle/>
          <a:p>
            <a:r>
              <a:rPr lang="en-US" dirty="0" smtClean="0"/>
              <a:t>What is CBT?</a:t>
            </a:r>
            <a:endParaRPr lang="en-US" dirty="0"/>
          </a:p>
        </p:txBody>
      </p:sp>
    </p:spTree>
    <p:extLst>
      <p:ext uri="{BB962C8B-B14F-4D97-AF65-F5344CB8AC3E}">
        <p14:creationId xmlns:p14="http://schemas.microsoft.com/office/powerpoint/2010/main" val="7015930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B6F15528-21DE-4FAA-801E-634DDDAF4B2B}" type="slidenum">
              <a:rPr lang="en-US" smtClean="0"/>
              <a:pPr/>
              <a:t>10</a:t>
            </a:fld>
            <a:endParaRPr lang="en-US"/>
          </a:p>
        </p:txBody>
      </p:sp>
      <p:sp>
        <p:nvSpPr>
          <p:cNvPr id="4" name="Title 3"/>
          <p:cNvSpPr>
            <a:spLocks noGrp="1"/>
          </p:cNvSpPr>
          <p:nvPr>
            <p:ph type="title"/>
          </p:nvPr>
        </p:nvSpPr>
        <p:spPr>
          <a:xfrm>
            <a:off x="457200" y="152400"/>
            <a:ext cx="8229600" cy="1752600"/>
          </a:xfrm>
        </p:spPr>
        <p:txBody>
          <a:bodyPr>
            <a:normAutofit fontScale="90000"/>
          </a:bodyPr>
          <a:lstStyle/>
          <a:p>
            <a:r>
              <a:rPr lang="en-US" b="1" dirty="0">
                <a:effectLst/>
              </a:rPr>
              <a:t>How CBT Helps &amp; How to Access It</a:t>
            </a:r>
            <a:br>
              <a:rPr lang="en-US" b="1" dirty="0">
                <a:effectLst/>
              </a:rPr>
            </a:br>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1847129577"/>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9016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76395560"/>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5"/>
          </p:nvPr>
        </p:nvSpPr>
        <p:spPr/>
        <p:txBody>
          <a:bodyPr/>
          <a:lstStyle/>
          <a:p>
            <a:fld id="{B6F15528-21DE-4FAA-801E-634DDDAF4B2B}" type="slidenum">
              <a:rPr lang="en-US" smtClean="0"/>
              <a:pPr/>
              <a:t>11</a:t>
            </a:fld>
            <a:endParaRPr lang="en-US"/>
          </a:p>
        </p:txBody>
      </p:sp>
      <p:sp>
        <p:nvSpPr>
          <p:cNvPr id="4" name="Title 3"/>
          <p:cNvSpPr>
            <a:spLocks noGrp="1"/>
          </p:cNvSpPr>
          <p:nvPr>
            <p:ph type="title"/>
          </p:nvPr>
        </p:nvSpPr>
        <p:spPr/>
        <p:txBody>
          <a:bodyPr/>
          <a:lstStyle/>
          <a:p>
            <a:r>
              <a:rPr lang="en-US" dirty="0"/>
              <a:t>Limitations of Conventional CBT</a:t>
            </a:r>
          </a:p>
        </p:txBody>
      </p:sp>
    </p:spTree>
    <p:extLst>
      <p:ext uri="{BB962C8B-B14F-4D97-AF65-F5344CB8AC3E}">
        <p14:creationId xmlns:p14="http://schemas.microsoft.com/office/powerpoint/2010/main" val="35738718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B6F15528-21DE-4FAA-801E-634DDDAF4B2B}" type="slidenum">
              <a:rPr lang="en-US" smtClean="0"/>
              <a:pPr/>
              <a:t>12</a:t>
            </a:fld>
            <a:endParaRPr lang="en-US"/>
          </a:p>
        </p:txBody>
      </p:sp>
      <p:sp>
        <p:nvSpPr>
          <p:cNvPr id="4" name="Title 3"/>
          <p:cNvSpPr>
            <a:spLocks noGrp="1"/>
          </p:cNvSpPr>
          <p:nvPr>
            <p:ph type="title"/>
          </p:nvPr>
        </p:nvSpPr>
        <p:spPr/>
        <p:txBody>
          <a:bodyPr/>
          <a:lstStyle/>
          <a:p>
            <a:r>
              <a:rPr lang="en-US" dirty="0" smtClean="0"/>
              <a:t>What is </a:t>
            </a:r>
            <a:r>
              <a:rPr lang="en-US" dirty="0" err="1" smtClean="0"/>
              <a:t>Gamification</a:t>
            </a:r>
            <a:r>
              <a:rPr lang="en-US" dirty="0" smtClean="0"/>
              <a:t>?</a:t>
            </a:r>
            <a:endParaRPr lang="en-US" dirty="0"/>
          </a:p>
        </p:txBody>
      </p:sp>
      <p:sp>
        <p:nvSpPr>
          <p:cNvPr id="6" name="Content Placeholder 5"/>
          <p:cNvSpPr>
            <a:spLocks noGrp="1"/>
          </p:cNvSpPr>
          <p:nvPr>
            <p:ph idx="1"/>
          </p:nvPr>
        </p:nvSpPr>
        <p:spPr/>
        <p:txBody>
          <a:bodyPr>
            <a:normAutofit fontScale="92500" lnSpcReduction="20000"/>
          </a:bodyPr>
          <a:lstStyle/>
          <a:p>
            <a:pPr algn="just"/>
            <a:r>
              <a:rPr lang="en-US" dirty="0" err="1"/>
              <a:t>Gamification</a:t>
            </a:r>
            <a:r>
              <a:rPr lang="en-US" dirty="0"/>
              <a:t> is the use of game design elements—like points, levels, badges, and leaderboards—in non-game contexts to increase user motivation, engagement, and participation</a:t>
            </a:r>
            <a:r>
              <a:rPr lang="en-US" dirty="0" smtClean="0"/>
              <a:t>.</a:t>
            </a:r>
          </a:p>
          <a:p>
            <a:pPr algn="just"/>
            <a:endParaRPr lang="en-US" dirty="0"/>
          </a:p>
          <a:p>
            <a:pPr algn="just"/>
            <a:r>
              <a:rPr lang="en-US" dirty="0"/>
              <a:t>It is applied across many fields, including education, software engineering, and </a:t>
            </a:r>
            <a:r>
              <a:rPr lang="en-US" dirty="0" err="1"/>
              <a:t>cybersecurity</a:t>
            </a:r>
            <a:r>
              <a:rPr lang="en-US" dirty="0"/>
              <a:t>, to make learning and tasks more interactive and rewarding</a:t>
            </a:r>
            <a:r>
              <a:rPr lang="en-US" dirty="0" smtClean="0"/>
              <a:t>.</a:t>
            </a:r>
          </a:p>
          <a:p>
            <a:pPr algn="just"/>
            <a:endParaRPr lang="en-US" dirty="0"/>
          </a:p>
          <a:p>
            <a:pPr algn="just"/>
            <a:r>
              <a:rPr lang="en-US" dirty="0"/>
              <a:t>Designing effective </a:t>
            </a:r>
            <a:r>
              <a:rPr lang="en-US" dirty="0" err="1"/>
              <a:t>gamification</a:t>
            </a:r>
            <a:r>
              <a:rPr lang="en-US" dirty="0"/>
              <a:t> requires balancing motivation, avoiding negative outcomes like user discouragement, and ensuring systems are tailored to diverse user needs and contexts</a:t>
            </a:r>
            <a:r>
              <a:rPr lang="en-US" dirty="0" smtClean="0"/>
              <a:t>.</a:t>
            </a:r>
            <a:endParaRPr lang="en-US" dirty="0"/>
          </a:p>
        </p:txBody>
      </p:sp>
    </p:spTree>
    <p:extLst>
      <p:ext uri="{BB962C8B-B14F-4D97-AF65-F5344CB8AC3E}">
        <p14:creationId xmlns:p14="http://schemas.microsoft.com/office/powerpoint/2010/main" val="35796342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algn="just"/>
            <a:r>
              <a:rPr lang="en-US" dirty="0" err="1"/>
              <a:t>Gamified</a:t>
            </a:r>
            <a:r>
              <a:rPr lang="en-US" dirty="0"/>
              <a:t> CBT (GCBT) is a digital therapeutic approach that integrates the core principles of Cognitive Behavioral Therapy with </a:t>
            </a:r>
            <a:r>
              <a:rPr lang="en-US" dirty="0" err="1"/>
              <a:t>Gamification</a:t>
            </a:r>
            <a:r>
              <a:rPr lang="en-US" dirty="0"/>
              <a:t> </a:t>
            </a:r>
            <a:r>
              <a:rPr lang="en-US" dirty="0" smtClean="0"/>
              <a:t>elements, </a:t>
            </a:r>
            <a:r>
              <a:rPr lang="en-US" dirty="0"/>
              <a:t>Large Language Model, Reinforcement technique to create an engaging, interactive, and accessible mental health intervention within </a:t>
            </a:r>
            <a:r>
              <a:rPr lang="en-US" dirty="0" err="1"/>
              <a:t>adolscent</a:t>
            </a:r>
            <a:r>
              <a:rPr lang="en-US" dirty="0"/>
              <a:t> day to day activities</a:t>
            </a:r>
            <a:r>
              <a:rPr lang="en-US" dirty="0" smtClean="0"/>
              <a:t>.</a:t>
            </a:r>
          </a:p>
          <a:p>
            <a:pPr marL="0" indent="0" algn="just">
              <a:buNone/>
            </a:pPr>
            <a:endParaRPr lang="en-US" dirty="0" smtClean="0"/>
          </a:p>
          <a:p>
            <a:pPr algn="just"/>
            <a:r>
              <a:rPr lang="en-US" dirty="0" smtClean="0"/>
              <a:t>Replaces </a:t>
            </a:r>
            <a:r>
              <a:rPr lang="en-US" dirty="0"/>
              <a:t>traditional </a:t>
            </a:r>
            <a:r>
              <a:rPr lang="en-US" dirty="0" smtClean="0"/>
              <a:t>talk exercises </a:t>
            </a:r>
            <a:r>
              <a:rPr lang="en-US" dirty="0"/>
              <a:t>with interactive modules, quests, or mini-games that allow users to practice CBT techniques like cognitive restructuring and behavioral activation in a safe, simulated environment</a:t>
            </a:r>
            <a:r>
              <a:rPr lang="en-US" dirty="0" smtClean="0"/>
              <a:t>.</a:t>
            </a:r>
          </a:p>
          <a:p>
            <a:pPr algn="just"/>
            <a:endParaRPr lang="en-US" dirty="0" smtClean="0"/>
          </a:p>
          <a:p>
            <a:pPr algn="just"/>
            <a:r>
              <a:rPr lang="en-US" dirty="0"/>
              <a:t>Uses game mechanics like progress tracking, achievement badges, and personalized rewards to motivate consistent use, reinforce positive behavior change, and reduce the stigma and dropout rates often associated with conventional therapy.</a:t>
            </a:r>
            <a:endParaRPr lang="en-US" dirty="0" smtClean="0"/>
          </a:p>
          <a:p>
            <a:pPr algn="just"/>
            <a:endParaRPr lang="en-US" dirty="0" smtClean="0"/>
          </a:p>
          <a:p>
            <a:endParaRPr lang="en-US" dirty="0"/>
          </a:p>
        </p:txBody>
      </p:sp>
      <p:sp>
        <p:nvSpPr>
          <p:cNvPr id="3" name="Slide Number Placeholder 2"/>
          <p:cNvSpPr>
            <a:spLocks noGrp="1"/>
          </p:cNvSpPr>
          <p:nvPr>
            <p:ph type="sldNum" sz="quarter" idx="15"/>
          </p:nvPr>
        </p:nvSpPr>
        <p:spPr/>
        <p:txBody>
          <a:bodyPr/>
          <a:lstStyle/>
          <a:p>
            <a:fld id="{B6F15528-21DE-4FAA-801E-634DDDAF4B2B}" type="slidenum">
              <a:rPr lang="en-US" smtClean="0"/>
              <a:pPr/>
              <a:t>13</a:t>
            </a:fld>
            <a:endParaRPr lang="en-US"/>
          </a:p>
        </p:txBody>
      </p:sp>
      <p:sp>
        <p:nvSpPr>
          <p:cNvPr id="4" name="Title 3"/>
          <p:cNvSpPr>
            <a:spLocks noGrp="1"/>
          </p:cNvSpPr>
          <p:nvPr>
            <p:ph type="title"/>
          </p:nvPr>
        </p:nvSpPr>
        <p:spPr/>
        <p:txBody>
          <a:bodyPr/>
          <a:lstStyle/>
          <a:p>
            <a:r>
              <a:rPr lang="en-US" dirty="0" smtClean="0"/>
              <a:t>How </a:t>
            </a:r>
            <a:r>
              <a:rPr lang="en-US" dirty="0" err="1" smtClean="0"/>
              <a:t>Gamified</a:t>
            </a:r>
            <a:r>
              <a:rPr lang="en-US" dirty="0" smtClean="0"/>
              <a:t> CBT Work?</a:t>
            </a:r>
            <a:endParaRPr lang="en-US" dirty="0"/>
          </a:p>
        </p:txBody>
      </p:sp>
    </p:spTree>
    <p:extLst>
      <p:ext uri="{BB962C8B-B14F-4D97-AF65-F5344CB8AC3E}">
        <p14:creationId xmlns:p14="http://schemas.microsoft.com/office/powerpoint/2010/main" val="27081078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437657200"/>
              </p:ext>
            </p:extLst>
          </p:nvPr>
        </p:nvGraphicFramePr>
        <p:xfrm>
          <a:off x="457200" y="152400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5"/>
          </p:nvPr>
        </p:nvSpPr>
        <p:spPr/>
        <p:txBody>
          <a:bodyPr/>
          <a:lstStyle/>
          <a:p>
            <a:fld id="{B6F15528-21DE-4FAA-801E-634DDDAF4B2B}" type="slidenum">
              <a:rPr lang="en-US" smtClean="0"/>
              <a:pPr/>
              <a:t>14</a:t>
            </a:fld>
            <a:endParaRPr lang="en-US"/>
          </a:p>
        </p:txBody>
      </p:sp>
      <p:sp>
        <p:nvSpPr>
          <p:cNvPr id="4" name="Title 3"/>
          <p:cNvSpPr>
            <a:spLocks noGrp="1"/>
          </p:cNvSpPr>
          <p:nvPr>
            <p:ph type="title"/>
          </p:nvPr>
        </p:nvSpPr>
        <p:spPr>
          <a:xfrm>
            <a:off x="457200" y="152400"/>
            <a:ext cx="8229600" cy="1828800"/>
          </a:xfrm>
        </p:spPr>
        <p:txBody>
          <a:bodyPr>
            <a:normAutofit/>
          </a:bodyPr>
          <a:lstStyle/>
          <a:p>
            <a:r>
              <a:rPr lang="en-US" dirty="0"/>
              <a:t>Why </a:t>
            </a:r>
            <a:r>
              <a:rPr lang="en-US" dirty="0" err="1"/>
              <a:t>Gamification</a:t>
            </a:r>
            <a:r>
              <a:rPr lang="en-US" dirty="0"/>
              <a:t> for Adolescents?</a:t>
            </a:r>
            <a:br>
              <a:rPr lang="en-US" dirty="0"/>
            </a:br>
            <a:endParaRPr lang="en-US" dirty="0"/>
          </a:p>
        </p:txBody>
      </p:sp>
    </p:spTree>
    <p:extLst>
      <p:ext uri="{BB962C8B-B14F-4D97-AF65-F5344CB8AC3E}">
        <p14:creationId xmlns:p14="http://schemas.microsoft.com/office/powerpoint/2010/main" val="1435435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B6F15528-21DE-4FAA-801E-634DDDAF4B2B}" type="slidenum">
              <a:rPr lang="en-US" smtClean="0"/>
              <a:pPr/>
              <a:t>15</a:t>
            </a:fld>
            <a:endParaRPr lang="en-US"/>
          </a:p>
        </p:txBody>
      </p:sp>
      <p:sp>
        <p:nvSpPr>
          <p:cNvPr id="4" name="Title 3"/>
          <p:cNvSpPr>
            <a:spLocks noGrp="1"/>
          </p:cNvSpPr>
          <p:nvPr>
            <p:ph type="title"/>
          </p:nvPr>
        </p:nvSpPr>
        <p:spPr>
          <a:xfrm>
            <a:off x="457200" y="152400"/>
            <a:ext cx="8229600" cy="2209800"/>
          </a:xfrm>
        </p:spPr>
        <p:txBody>
          <a:bodyPr>
            <a:normAutofit/>
          </a:bodyPr>
          <a:lstStyle/>
          <a:p>
            <a:r>
              <a:rPr lang="en-US" b="1" dirty="0"/>
              <a:t>Comparison: </a:t>
            </a:r>
            <a:r>
              <a:rPr lang="en-US" b="1" dirty="0" err="1"/>
              <a:t>Gamified</a:t>
            </a:r>
            <a:r>
              <a:rPr lang="en-US" b="1" dirty="0"/>
              <a:t> CBT </a:t>
            </a:r>
            <a:r>
              <a:rPr lang="en-US" b="1" dirty="0" smtClean="0"/>
              <a:t>(GCBT</a:t>
            </a:r>
            <a:r>
              <a:rPr lang="en-US" b="1" dirty="0"/>
              <a:t>) </a:t>
            </a:r>
            <a:r>
              <a:rPr lang="en-US" b="1" dirty="0" err="1"/>
              <a:t>vs</a:t>
            </a:r>
            <a:r>
              <a:rPr lang="en-US" b="1" dirty="0"/>
              <a:t> </a:t>
            </a:r>
            <a:r>
              <a:rPr lang="en-US" b="1" dirty="0" smtClean="0"/>
              <a:t>CBT (CBT</a:t>
            </a:r>
            <a:r>
              <a:rPr lang="en-US" b="1" dirty="0"/>
              <a:t>)</a:t>
            </a:r>
            <a:br>
              <a:rPr lang="en-US" b="1" dirty="0"/>
            </a:b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884481246"/>
              </p:ext>
            </p:extLst>
          </p:nvPr>
        </p:nvGraphicFramePr>
        <p:xfrm>
          <a:off x="609600" y="1828800"/>
          <a:ext cx="7924800" cy="4211320"/>
        </p:xfrm>
        <a:graphic>
          <a:graphicData uri="http://schemas.openxmlformats.org/drawingml/2006/table">
            <a:tbl>
              <a:tblPr firstRow="1" bandRow="1">
                <a:tableStyleId>{5C22544A-7EE6-4342-B048-85BDC9FD1C3A}</a:tableStyleId>
              </a:tblPr>
              <a:tblGrid>
                <a:gridCol w="1981200"/>
                <a:gridCol w="1981200"/>
                <a:gridCol w="1981200"/>
                <a:gridCol w="1981200"/>
              </a:tblGrid>
              <a:tr h="370840">
                <a:tc>
                  <a:txBody>
                    <a:bodyPr/>
                    <a:lstStyle/>
                    <a:p>
                      <a:endParaRPr lang="en-US" dirty="0"/>
                    </a:p>
                  </a:txBody>
                  <a:tcPr/>
                </a:tc>
                <a:tc>
                  <a:txBody>
                    <a:bodyPr/>
                    <a:lstStyle/>
                    <a:p>
                      <a:r>
                        <a:rPr lang="en-US" dirty="0" smtClean="0"/>
                        <a:t>CBT</a:t>
                      </a:r>
                      <a:endParaRPr lang="en-US" dirty="0"/>
                    </a:p>
                  </a:txBody>
                  <a:tcPr/>
                </a:tc>
                <a:tc>
                  <a:txBody>
                    <a:bodyPr/>
                    <a:lstStyle/>
                    <a:p>
                      <a:r>
                        <a:rPr lang="en-US" dirty="0" smtClean="0"/>
                        <a:t>GCBT</a:t>
                      </a:r>
                      <a:endParaRPr lang="en-US" dirty="0"/>
                    </a:p>
                  </a:txBody>
                  <a:tcPr/>
                </a:tc>
                <a:tc>
                  <a:txBody>
                    <a:bodyPr/>
                    <a:lstStyle/>
                    <a:p>
                      <a:r>
                        <a:rPr lang="en-US" dirty="0" smtClean="0"/>
                        <a:t>GCBT Benefit</a:t>
                      </a:r>
                      <a:endParaRPr lang="en-US" dirty="0"/>
                    </a:p>
                  </a:txBody>
                  <a:tcPr/>
                </a:tc>
              </a:tr>
              <a:tr h="370840">
                <a:tc>
                  <a:txBody>
                    <a:bodyPr/>
                    <a:lstStyle/>
                    <a:p>
                      <a:r>
                        <a:rPr lang="en-US" dirty="0" smtClean="0"/>
                        <a:t>Mode of Delivery</a:t>
                      </a:r>
                      <a:endParaRPr lang="en-US" dirty="0"/>
                    </a:p>
                  </a:txBody>
                  <a:tcPr/>
                </a:tc>
                <a:tc>
                  <a:txBody>
                    <a:bodyPr/>
                    <a:lstStyle/>
                    <a:p>
                      <a:r>
                        <a:rPr lang="en-US" dirty="0" smtClean="0"/>
                        <a:t>Delivered through face-to-face or guided sessions with a therapist.</a:t>
                      </a:r>
                      <a:endParaRPr lang="en-US" dirty="0"/>
                    </a:p>
                  </a:txBody>
                  <a:tcPr/>
                </a:tc>
                <a:tc>
                  <a:txBody>
                    <a:bodyPr/>
                    <a:lstStyle/>
                    <a:p>
                      <a:r>
                        <a:rPr lang="en-US" dirty="0" smtClean="0"/>
                        <a:t>Delivered through digital or computer-based platforms using game elements.</a:t>
                      </a:r>
                      <a:endParaRPr lang="en-US" dirty="0"/>
                    </a:p>
                  </a:txBody>
                  <a:tcPr/>
                </a:tc>
                <a:tc>
                  <a:txBody>
                    <a:bodyPr/>
                    <a:lstStyle/>
                    <a:p>
                      <a:r>
                        <a:rPr lang="en-US" dirty="0" smtClean="0"/>
                        <a:t>Easy to access anytime and anywhere</a:t>
                      </a:r>
                      <a:endParaRPr lang="en-US" dirty="0"/>
                    </a:p>
                  </a:txBody>
                  <a:tcPr/>
                </a:tc>
              </a:tr>
              <a:tr h="370840">
                <a:tc>
                  <a:txBody>
                    <a:bodyPr/>
                    <a:lstStyle/>
                    <a:p>
                      <a:r>
                        <a:rPr lang="en-US" dirty="0" smtClean="0"/>
                        <a:t>Structure of Therapy</a:t>
                      </a:r>
                      <a:endParaRPr lang="en-US" dirty="0"/>
                    </a:p>
                  </a:txBody>
                  <a:tcPr/>
                </a:tc>
                <a:tc>
                  <a:txBody>
                    <a:bodyPr/>
                    <a:lstStyle/>
                    <a:p>
                      <a:r>
                        <a:rPr lang="en-US" dirty="0" smtClean="0"/>
                        <a:t>Follows structured sessions guided by a professional.</a:t>
                      </a:r>
                      <a:endParaRPr lang="en-US" dirty="0"/>
                    </a:p>
                  </a:txBody>
                  <a:tcPr/>
                </a:tc>
                <a:tc>
                  <a:txBody>
                    <a:bodyPr/>
                    <a:lstStyle/>
                    <a:p>
                      <a:r>
                        <a:rPr lang="en-US" dirty="0" smtClean="0"/>
                        <a:t>Uses predefined modules translated into interactive tasks and activities. </a:t>
                      </a:r>
                      <a:endParaRPr lang="en-US" dirty="0"/>
                    </a:p>
                  </a:txBody>
                  <a:tcPr/>
                </a:tc>
                <a:tc>
                  <a:txBody>
                    <a:bodyPr/>
                    <a:lstStyle/>
                    <a:p>
                      <a:r>
                        <a:rPr lang="en-US" dirty="0" smtClean="0"/>
                        <a:t>Simple, self-paced learning</a:t>
                      </a:r>
                      <a:endParaRPr lang="en-US" dirty="0"/>
                    </a:p>
                  </a:txBody>
                  <a:tcPr/>
                </a:tc>
              </a:tr>
              <a:tr h="370840">
                <a:tc>
                  <a:txBody>
                    <a:bodyPr/>
                    <a:lstStyle/>
                    <a:p>
                      <a:r>
                        <a:rPr lang="en-US" dirty="0" smtClean="0"/>
                        <a:t>Level of Human Interaction</a:t>
                      </a:r>
                      <a:endParaRPr lang="en-US" dirty="0"/>
                    </a:p>
                  </a:txBody>
                  <a:tcPr/>
                </a:tc>
                <a:tc>
                  <a:txBody>
                    <a:bodyPr/>
                    <a:lstStyle/>
                    <a:p>
                      <a:r>
                        <a:rPr lang="en-US" dirty="0" smtClean="0"/>
                        <a:t>High therapist–patient interaction.</a:t>
                      </a:r>
                      <a:endParaRPr lang="en-US" dirty="0"/>
                    </a:p>
                  </a:txBody>
                  <a:tcPr/>
                </a:tc>
                <a:tc>
                  <a:txBody>
                    <a:bodyPr/>
                    <a:lstStyle/>
                    <a:p>
                      <a:r>
                        <a:rPr lang="en-US" dirty="0" smtClean="0"/>
                        <a:t>Minimal or no direct therapist involvement.</a:t>
                      </a:r>
                      <a:endParaRPr lang="en-US" dirty="0"/>
                    </a:p>
                  </a:txBody>
                  <a:tcPr/>
                </a:tc>
                <a:tc>
                  <a:txBody>
                    <a:bodyPr/>
                    <a:lstStyle/>
                    <a:p>
                      <a:r>
                        <a:rPr lang="en-US" dirty="0" smtClean="0"/>
                        <a:t>Reduces dependency on therapists</a:t>
                      </a:r>
                      <a:endParaRPr lang="en-US" dirty="0"/>
                    </a:p>
                  </a:txBody>
                  <a:tcPr/>
                </a:tc>
              </a:tr>
            </a:tbl>
          </a:graphicData>
        </a:graphic>
      </p:graphicFrame>
    </p:spTree>
    <p:extLst>
      <p:ext uri="{BB962C8B-B14F-4D97-AF65-F5344CB8AC3E}">
        <p14:creationId xmlns:p14="http://schemas.microsoft.com/office/powerpoint/2010/main" val="1802670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B6F15528-21DE-4FAA-801E-634DDDAF4B2B}" type="slidenum">
              <a:rPr lang="en-US" smtClean="0"/>
              <a:pPr/>
              <a:t>16</a:t>
            </a:fld>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2508960683"/>
              </p:ext>
            </p:extLst>
          </p:nvPr>
        </p:nvGraphicFramePr>
        <p:xfrm>
          <a:off x="609600" y="609600"/>
          <a:ext cx="7924800" cy="5455920"/>
        </p:xfrm>
        <a:graphic>
          <a:graphicData uri="http://schemas.openxmlformats.org/drawingml/2006/table">
            <a:tbl>
              <a:tblPr firstRow="1" bandRow="1">
                <a:tableStyleId>{5C22544A-7EE6-4342-B048-85BDC9FD1C3A}</a:tableStyleId>
              </a:tblPr>
              <a:tblGrid>
                <a:gridCol w="1981200"/>
                <a:gridCol w="1981200"/>
                <a:gridCol w="1981200"/>
                <a:gridCol w="1981200"/>
              </a:tblGrid>
              <a:tr h="370840">
                <a:tc>
                  <a:txBody>
                    <a:bodyPr/>
                    <a:lstStyle/>
                    <a:p>
                      <a:endParaRPr lang="en-US" dirty="0"/>
                    </a:p>
                  </a:txBody>
                  <a:tcPr/>
                </a:tc>
                <a:tc>
                  <a:txBody>
                    <a:bodyPr/>
                    <a:lstStyle/>
                    <a:p>
                      <a:r>
                        <a:rPr lang="en-US" dirty="0" smtClean="0"/>
                        <a:t>CBT</a:t>
                      </a:r>
                      <a:endParaRPr lang="en-US" dirty="0"/>
                    </a:p>
                  </a:txBody>
                  <a:tcPr/>
                </a:tc>
                <a:tc>
                  <a:txBody>
                    <a:bodyPr/>
                    <a:lstStyle/>
                    <a:p>
                      <a:r>
                        <a:rPr lang="en-US" dirty="0" smtClean="0"/>
                        <a:t>GCBT</a:t>
                      </a:r>
                      <a:endParaRPr lang="en-US" dirty="0"/>
                    </a:p>
                  </a:txBody>
                  <a:tcPr/>
                </a:tc>
                <a:tc>
                  <a:txBody>
                    <a:bodyPr/>
                    <a:lstStyle/>
                    <a:p>
                      <a:r>
                        <a:rPr lang="en-US" dirty="0" smtClean="0"/>
                        <a:t>GCBT Benefit</a:t>
                      </a:r>
                      <a:endParaRPr lang="en-US" dirty="0"/>
                    </a:p>
                  </a:txBody>
                  <a:tcPr/>
                </a:tc>
              </a:tr>
              <a:tr h="370840">
                <a:tc>
                  <a:txBody>
                    <a:bodyPr/>
                    <a:lstStyle/>
                    <a:p>
                      <a:r>
                        <a:rPr lang="en-US" dirty="0" smtClean="0"/>
                        <a:t>Engagement Method</a:t>
                      </a:r>
                      <a:endParaRPr lang="en-US" dirty="0"/>
                    </a:p>
                  </a:txBody>
                  <a:tcPr/>
                </a:tc>
                <a:tc>
                  <a:txBody>
                    <a:bodyPr/>
                    <a:lstStyle/>
                    <a:p>
                      <a:r>
                        <a:rPr lang="en-US" dirty="0" smtClean="0"/>
                        <a:t>Relies on discussion and homework assignments.</a:t>
                      </a:r>
                      <a:endParaRPr lang="en-US" dirty="0"/>
                    </a:p>
                  </a:txBody>
                  <a:tcPr/>
                </a:tc>
                <a:tc>
                  <a:txBody>
                    <a:bodyPr/>
                    <a:lstStyle/>
                    <a:p>
                      <a:r>
                        <a:rPr lang="en-US" dirty="0" smtClean="0"/>
                        <a:t>Uses points, rewards, avatars, and progress tracking.</a:t>
                      </a:r>
                      <a:endParaRPr lang="en-US" dirty="0"/>
                    </a:p>
                  </a:txBody>
                  <a:tcPr/>
                </a:tc>
                <a:tc>
                  <a:txBody>
                    <a:bodyPr/>
                    <a:lstStyle/>
                    <a:p>
                      <a:r>
                        <a:rPr lang="en-US" dirty="0" smtClean="0"/>
                        <a:t>Higher motivation and interest</a:t>
                      </a:r>
                      <a:endParaRPr lang="en-US" dirty="0"/>
                    </a:p>
                  </a:txBody>
                  <a:tcPr/>
                </a:tc>
              </a:tr>
              <a:tr h="1793240">
                <a:tc>
                  <a:txBody>
                    <a:bodyPr/>
                    <a:lstStyle/>
                    <a:p>
                      <a:r>
                        <a:rPr lang="en-US" dirty="0" smtClean="0"/>
                        <a:t>Accessibility</a:t>
                      </a:r>
                      <a:endParaRPr lang="en-US" dirty="0"/>
                    </a:p>
                  </a:txBody>
                  <a:tcPr/>
                </a:tc>
                <a:tc>
                  <a:txBody>
                    <a:bodyPr/>
                    <a:lstStyle/>
                    <a:p>
                      <a:r>
                        <a:rPr lang="en-US" dirty="0" smtClean="0"/>
                        <a:t>Limited by location, appointment time, and therapist availability.</a:t>
                      </a:r>
                      <a:endParaRPr lang="en-US" dirty="0"/>
                    </a:p>
                  </a:txBody>
                  <a:tcPr/>
                </a:tc>
                <a:tc>
                  <a:txBody>
                    <a:bodyPr/>
                    <a:lstStyle/>
                    <a:p>
                      <a:r>
                        <a:rPr lang="en-US" dirty="0" smtClean="0"/>
                        <a:t>Accessible through computers or mobile devices.</a:t>
                      </a:r>
                      <a:endParaRPr lang="en-US" dirty="0"/>
                    </a:p>
                  </a:txBody>
                  <a:tcPr/>
                </a:tc>
                <a:tc>
                  <a:txBody>
                    <a:bodyPr/>
                    <a:lstStyle/>
                    <a:p>
                      <a:r>
                        <a:rPr lang="en-US" dirty="0" smtClean="0"/>
                        <a:t>Suitable for remote and low-resource settings</a:t>
                      </a:r>
                      <a:endParaRPr lang="en-US" dirty="0"/>
                    </a:p>
                  </a:txBody>
                  <a:tcPr/>
                </a:tc>
              </a:tr>
              <a:tr h="370840">
                <a:tc>
                  <a:txBody>
                    <a:bodyPr/>
                    <a:lstStyle/>
                    <a:p>
                      <a:r>
                        <a:rPr lang="en-US" dirty="0" smtClean="0"/>
                        <a:t>Cost</a:t>
                      </a:r>
                      <a:endParaRPr lang="en-US" dirty="0"/>
                    </a:p>
                  </a:txBody>
                  <a:tcPr/>
                </a:tc>
                <a:tc>
                  <a:txBody>
                    <a:bodyPr/>
                    <a:lstStyle/>
                    <a:p>
                      <a:r>
                        <a:rPr lang="en-US" dirty="0" smtClean="0"/>
                        <a:t>Often expensive due to professional fees.</a:t>
                      </a:r>
                      <a:endParaRPr lang="en-US" dirty="0"/>
                    </a:p>
                  </a:txBody>
                  <a:tcPr/>
                </a:tc>
                <a:tc>
                  <a:txBody>
                    <a:bodyPr/>
                    <a:lstStyle/>
                    <a:p>
                      <a:r>
                        <a:rPr lang="en-US" dirty="0" smtClean="0"/>
                        <a:t>Free</a:t>
                      </a:r>
                      <a:r>
                        <a:rPr lang="en-US" baseline="0" dirty="0" smtClean="0"/>
                        <a:t> of costs</a:t>
                      </a:r>
                      <a:endParaRPr lang="en-US" dirty="0"/>
                    </a:p>
                  </a:txBody>
                  <a:tcPr/>
                </a:tc>
                <a:tc>
                  <a:txBody>
                    <a:bodyPr/>
                    <a:lstStyle/>
                    <a:p>
                      <a:r>
                        <a:rPr lang="en-US" dirty="0" smtClean="0"/>
                        <a:t>Affordable for large populations</a:t>
                      </a:r>
                      <a:endParaRPr lang="en-US" dirty="0"/>
                    </a:p>
                  </a:txBody>
                  <a:tcPr/>
                </a:tc>
              </a:tr>
              <a:tr h="370840">
                <a:tc>
                  <a:txBody>
                    <a:bodyPr/>
                    <a:lstStyle/>
                    <a:p>
                      <a:r>
                        <a:rPr lang="en-US" dirty="0" smtClean="0"/>
                        <a:t>Privacy and Stigma</a:t>
                      </a:r>
                      <a:endParaRPr lang="en-US" dirty="0"/>
                    </a:p>
                  </a:txBody>
                  <a:tcPr/>
                </a:tc>
                <a:tc>
                  <a:txBody>
                    <a:bodyPr/>
                    <a:lstStyle/>
                    <a:p>
                      <a:r>
                        <a:rPr lang="en-US" dirty="0" smtClean="0"/>
                        <a:t>May cause discomfort due to in-person sessions.</a:t>
                      </a:r>
                      <a:endParaRPr lang="en-US" dirty="0"/>
                    </a:p>
                  </a:txBody>
                  <a:tcPr/>
                </a:tc>
                <a:tc>
                  <a:txBody>
                    <a:bodyPr/>
                    <a:lstStyle/>
                    <a:p>
                      <a:r>
                        <a:rPr lang="en-US" dirty="0" smtClean="0"/>
                        <a:t>Can be used privately and independently.</a:t>
                      </a:r>
                      <a:endParaRPr lang="en-US" dirty="0"/>
                    </a:p>
                  </a:txBody>
                  <a:tcPr/>
                </a:tc>
                <a:tc>
                  <a:txBody>
                    <a:bodyPr/>
                    <a:lstStyle/>
                    <a:p>
                      <a:r>
                        <a:rPr lang="en-US" dirty="0" smtClean="0"/>
                        <a:t>Reduces stigma and fear</a:t>
                      </a:r>
                      <a:endParaRPr lang="en-US" dirty="0"/>
                    </a:p>
                  </a:txBody>
                  <a:tcPr/>
                </a:tc>
              </a:tr>
            </a:tbl>
          </a:graphicData>
        </a:graphic>
      </p:graphicFrame>
      <p:sp>
        <p:nvSpPr>
          <p:cNvPr id="2" name="Title 1"/>
          <p:cNvSpPr>
            <a:spLocks noGrp="1"/>
          </p:cNvSpPr>
          <p:nvPr>
            <p:ph type="title"/>
          </p:nvPr>
        </p:nvSpPr>
        <p:spPr/>
        <p:txBody>
          <a:bodyPr/>
          <a:lstStyle/>
          <a:p>
            <a:r>
              <a:rPr lang="en-US" dirty="0" smtClean="0"/>
              <a:t>  </a:t>
            </a:r>
            <a:endParaRPr lang="en-US" dirty="0"/>
          </a:p>
        </p:txBody>
      </p:sp>
    </p:spTree>
    <p:extLst>
      <p:ext uri="{BB962C8B-B14F-4D97-AF65-F5344CB8AC3E}">
        <p14:creationId xmlns:p14="http://schemas.microsoft.com/office/powerpoint/2010/main" val="2933887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4267200"/>
          </a:xfrm>
        </p:spPr>
        <p:txBody>
          <a:bodyPr/>
          <a:lstStyle/>
          <a:p>
            <a:r>
              <a:rPr lang="en-US" b="1" dirty="0"/>
              <a:t>Include more existing literature </a:t>
            </a:r>
            <a:r>
              <a:rPr lang="en-US" b="1" dirty="0" smtClean="0"/>
              <a:t>review</a:t>
            </a:r>
          </a:p>
          <a:p>
            <a:r>
              <a:rPr lang="en-US" b="1" dirty="0"/>
              <a:t>Study adolescent engagement </a:t>
            </a:r>
            <a:r>
              <a:rPr lang="en-US" b="1" dirty="0" smtClean="0"/>
              <a:t>metrics for both CBT and GCBT</a:t>
            </a:r>
          </a:p>
          <a:p>
            <a:r>
              <a:rPr lang="en-US" b="1" dirty="0"/>
              <a:t>Evaluate psychiatrist / therapist involvement in </a:t>
            </a:r>
            <a:r>
              <a:rPr lang="en-US" b="1" dirty="0" err="1"/>
              <a:t>gamified</a:t>
            </a:r>
            <a:r>
              <a:rPr lang="en-US" b="1" dirty="0"/>
              <a:t> </a:t>
            </a:r>
            <a:r>
              <a:rPr lang="en-US" b="1" dirty="0" smtClean="0"/>
              <a:t>CBT to build GCBT system</a:t>
            </a:r>
          </a:p>
          <a:p>
            <a:r>
              <a:rPr lang="en-US" b="1" dirty="0"/>
              <a:t>Explore long-term outcomes and </a:t>
            </a:r>
            <a:r>
              <a:rPr lang="en-US" b="1" dirty="0" smtClean="0"/>
              <a:t>scalability</a:t>
            </a:r>
          </a:p>
          <a:p>
            <a:r>
              <a:rPr lang="en-US" b="1" dirty="0" smtClean="0"/>
              <a:t>Develop system for Web and App accessible for all the adolescent free of costs</a:t>
            </a:r>
            <a:endParaRPr lang="en-US" b="1" dirty="0"/>
          </a:p>
          <a:p>
            <a:endParaRPr lang="en-US" dirty="0"/>
          </a:p>
        </p:txBody>
      </p:sp>
      <p:sp>
        <p:nvSpPr>
          <p:cNvPr id="3" name="Slide Number Placeholder 2"/>
          <p:cNvSpPr>
            <a:spLocks noGrp="1"/>
          </p:cNvSpPr>
          <p:nvPr>
            <p:ph type="sldNum" sz="quarter" idx="15"/>
          </p:nvPr>
        </p:nvSpPr>
        <p:spPr/>
        <p:txBody>
          <a:bodyPr/>
          <a:lstStyle/>
          <a:p>
            <a:fld id="{B6F15528-21DE-4FAA-801E-634DDDAF4B2B}" type="slidenum">
              <a:rPr lang="en-US" smtClean="0"/>
              <a:pPr/>
              <a:t>17</a:t>
            </a:fld>
            <a:endParaRPr lang="en-US"/>
          </a:p>
        </p:txBody>
      </p:sp>
      <p:sp>
        <p:nvSpPr>
          <p:cNvPr id="4" name="Title 3"/>
          <p:cNvSpPr>
            <a:spLocks noGrp="1"/>
          </p:cNvSpPr>
          <p:nvPr>
            <p:ph type="title"/>
          </p:nvPr>
        </p:nvSpPr>
        <p:spPr/>
        <p:txBody>
          <a:bodyPr/>
          <a:lstStyle/>
          <a:p>
            <a:r>
              <a:rPr lang="en-US" b="1" dirty="0" smtClean="0"/>
              <a:t>Future Work</a:t>
            </a:r>
            <a:endParaRPr lang="en-US" b="1" dirty="0"/>
          </a:p>
        </p:txBody>
      </p:sp>
    </p:spTree>
    <p:extLst>
      <p:ext uri="{BB962C8B-B14F-4D97-AF65-F5344CB8AC3E}">
        <p14:creationId xmlns:p14="http://schemas.microsoft.com/office/powerpoint/2010/main" val="1632193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World </a:t>
            </a:r>
            <a:r>
              <a:rPr lang="en-US" dirty="0"/>
              <a:t>Health Organization. (2025, September 2). </a:t>
            </a:r>
            <a:r>
              <a:rPr lang="en-US" i="1" dirty="0"/>
              <a:t>Over a billion people living with mental health conditions – services require urgent scale‑up</a:t>
            </a:r>
            <a:r>
              <a:rPr lang="en-US" dirty="0"/>
              <a:t>. WHO. Retrieved January 12, 2026, from </a:t>
            </a:r>
            <a:r>
              <a:rPr lang="en-US" dirty="0">
                <a:hlinkClick r:id="rId2"/>
              </a:rPr>
              <a:t>https://</a:t>
            </a:r>
            <a:r>
              <a:rPr lang="en-US" dirty="0" smtClean="0">
                <a:hlinkClick r:id="rId2"/>
              </a:rPr>
              <a:t>www.who.int/news/item/02-09-2025-over-a-billion-people-living-with-mental-health-conditions-services-require-urgent-scale-up</a:t>
            </a:r>
            <a:endParaRPr lang="en-US" dirty="0" smtClean="0"/>
          </a:p>
          <a:p>
            <a:r>
              <a:rPr lang="en-US" dirty="0"/>
              <a:t>Cleveland Clinic. (2022, August 4). </a:t>
            </a:r>
            <a:r>
              <a:rPr lang="en-US" i="1" dirty="0"/>
              <a:t>Cognitive behavioral therapy (CBT)</a:t>
            </a:r>
            <a:r>
              <a:rPr lang="en-US" dirty="0"/>
              <a:t>. Cleveland Clinic. </a:t>
            </a:r>
            <a:r>
              <a:rPr lang="en-US" dirty="0">
                <a:hlinkClick r:id="rId3"/>
              </a:rPr>
              <a:t>https://</a:t>
            </a:r>
            <a:r>
              <a:rPr lang="en-US" dirty="0" smtClean="0">
                <a:hlinkClick r:id="rId3"/>
              </a:rPr>
              <a:t>my.clevelandclinic.org/health/treatments/21208-cognitive-behavioral-therapy-cbt</a:t>
            </a:r>
            <a:endParaRPr lang="en-US" dirty="0" smtClean="0"/>
          </a:p>
          <a:p>
            <a:endParaRPr lang="en-US" dirty="0"/>
          </a:p>
        </p:txBody>
      </p:sp>
      <p:sp>
        <p:nvSpPr>
          <p:cNvPr id="3" name="Title 2"/>
          <p:cNvSpPr>
            <a:spLocks noGrp="1"/>
          </p:cNvSpPr>
          <p:nvPr>
            <p:ph type="title"/>
          </p:nvPr>
        </p:nvSpPr>
        <p:spPr/>
        <p:txBody>
          <a:bodyPr/>
          <a:lstStyle/>
          <a:p>
            <a:r>
              <a:rPr lang="en-US" dirty="0" smtClean="0"/>
              <a:t>References</a:t>
            </a:r>
            <a:endParaRPr lang="en-US" dirty="0"/>
          </a:p>
        </p:txBody>
      </p:sp>
      <p:sp>
        <p:nvSpPr>
          <p:cNvPr id="4" name="Slide Number Placeholder 3"/>
          <p:cNvSpPr>
            <a:spLocks noGrp="1"/>
          </p:cNvSpPr>
          <p:nvPr>
            <p:ph type="sldNum" sz="quarter" idx="15"/>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8428937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docProps/app.xml><?xml version="1.0" encoding="utf-8"?>
<Properties xmlns="http://schemas.openxmlformats.org/officeDocument/2006/extended-properties" xmlns:vt="http://schemas.openxmlformats.org/officeDocument/2006/docPropsVTypes">
  <Template/>
  <TotalTime>250</TotalTime>
  <Words>1074</Words>
  <Application>Microsoft Office PowerPoint</Application>
  <PresentationFormat>On-screen Show (4:3)</PresentationFormat>
  <Paragraphs>135</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Paper</vt:lpstr>
      <vt:lpstr> </vt:lpstr>
      <vt:lpstr>Outline</vt:lpstr>
      <vt:lpstr>Global Mental Health Context </vt:lpstr>
      <vt:lpstr>Mental health of adolescents </vt:lpstr>
      <vt:lpstr>Problem Statement</vt:lpstr>
      <vt:lpstr>Key Challenges Adolescents Face</vt:lpstr>
      <vt:lpstr>Proposed Solution</vt:lpstr>
      <vt:lpstr>Aim and Key Objectives </vt:lpstr>
      <vt:lpstr>What is CBT?</vt:lpstr>
      <vt:lpstr>How CBT Helps &amp; How to Access It </vt:lpstr>
      <vt:lpstr>Limitations of Conventional CBT</vt:lpstr>
      <vt:lpstr>What is Gamification?</vt:lpstr>
      <vt:lpstr>How Gamified CBT Work?</vt:lpstr>
      <vt:lpstr>Why Gamification for Adolescents? </vt:lpstr>
      <vt:lpstr>Comparison: Gamified CBT (GCBT) vs CBT (CBT) </vt:lpstr>
      <vt:lpstr>  </vt:lpstr>
      <vt:lpstr>Future Work</vt:lpstr>
      <vt:lpstr>References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&amp; Problem Statement</dc:title>
  <dc:creator>m</dc:creator>
  <cp:lastModifiedBy>m</cp:lastModifiedBy>
  <cp:revision>91</cp:revision>
  <dcterms:created xsi:type="dcterms:W3CDTF">2006-08-16T00:00:00Z</dcterms:created>
  <dcterms:modified xsi:type="dcterms:W3CDTF">2026-01-28T12:26:10Z</dcterms:modified>
</cp:coreProperties>
</file>